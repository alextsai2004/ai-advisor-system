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0C63A-0CC6-44D7-B16D-9D812BEAED37}" v="286" dt="2026-06-09T17:07:23.053"/>
    <p1510:client id="{68265DC6-0F9C-E6FE-EBAF-65957222BB5B}" v="113" dt="2026-06-09T16:55:39.425"/>
    <p1510:client id="{E12D2C0A-FA5C-E33C-9ABA-7CBC69E133EC}" v="4" dt="2026-06-09T16:56:40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da5635aa-1e4b-44fc-9214-596b4265e453::" providerId="AD" clId="Web-{E12D2C0A-FA5C-E33C-9ABA-7CBC69E133EC}"/>
    <pc:docChg chg="modSld">
      <pc:chgData name="Guest User" userId="S::urn:spo:tenantanon#da5635aa-1e4b-44fc-9214-596b4265e453::" providerId="AD" clId="Web-{E12D2C0A-FA5C-E33C-9ABA-7CBC69E133EC}" dt="2026-06-09T16:58:26.367" v="14" actId="20577"/>
      <pc:docMkLst>
        <pc:docMk/>
      </pc:docMkLst>
      <pc:sldChg chg="modSp">
        <pc:chgData name="Guest User" userId="S::urn:spo:tenantanon#da5635aa-1e4b-44fc-9214-596b4265e453::" providerId="AD" clId="Web-{E12D2C0A-FA5C-E33C-9ABA-7CBC69E133EC}" dt="2026-06-09T16:56:40.379" v="3" actId="20577"/>
        <pc:sldMkLst>
          <pc:docMk/>
          <pc:sldMk cId="3268255344" sldId="264"/>
        </pc:sldMkLst>
        <pc:spChg chg="mod">
          <ac:chgData name="Guest User" userId="S::urn:spo:tenantanon#da5635aa-1e4b-44fc-9214-596b4265e453::" providerId="AD" clId="Web-{E12D2C0A-FA5C-E33C-9ABA-7CBC69E133EC}" dt="2026-06-09T16:56:40.379" v="3" actId="20577"/>
          <ac:spMkLst>
            <pc:docMk/>
            <pc:sldMk cId="3268255344" sldId="264"/>
            <ac:spMk id="2" creationId="{1B54A3C9-FF12-2598-4F2F-F75313B2FE50}"/>
          </ac:spMkLst>
        </pc:spChg>
      </pc:sldChg>
      <pc:sldChg chg="addSp delSp modSp mod setBg setClrOvrMap">
        <pc:chgData name="Guest User" userId="S::urn:spo:tenantanon#da5635aa-1e4b-44fc-9214-596b4265e453::" providerId="AD" clId="Web-{E12D2C0A-FA5C-E33C-9ABA-7CBC69E133EC}" dt="2026-06-09T16:57:08.599" v="4"/>
        <pc:sldMkLst>
          <pc:docMk/>
          <pc:sldMk cId="3754737476" sldId="265"/>
        </pc:sldMkLst>
        <pc:spChg chg="mod">
          <ac:chgData name="Guest User" userId="S::urn:spo:tenantanon#da5635aa-1e4b-44fc-9214-596b4265e453::" providerId="AD" clId="Web-{E12D2C0A-FA5C-E33C-9ABA-7CBC69E133EC}" dt="2026-06-09T16:57:08.599" v="4"/>
          <ac:spMkLst>
            <pc:docMk/>
            <pc:sldMk cId="3754737476" sldId="265"/>
            <ac:spMk id="2" creationId="{916E8262-2F8C-2616-565B-5AA15D483A33}"/>
          </ac:spMkLst>
        </pc:spChg>
        <pc:spChg chg="del">
          <ac:chgData name="Guest User" userId="S::urn:spo:tenantanon#da5635aa-1e4b-44fc-9214-596b4265e453::" providerId="AD" clId="Web-{E12D2C0A-FA5C-E33C-9ABA-7CBC69E133EC}" dt="2026-06-09T16:57:08.599" v="4"/>
          <ac:spMkLst>
            <pc:docMk/>
            <pc:sldMk cId="3754737476" sldId="265"/>
            <ac:spMk id="21" creationId="{35DB3719-6FDC-4E5D-891D-FF40B7300F64}"/>
          </ac:spMkLst>
        </pc:spChg>
        <pc:spChg chg="del">
          <ac:chgData name="Guest User" userId="S::urn:spo:tenantanon#da5635aa-1e4b-44fc-9214-596b4265e453::" providerId="AD" clId="Web-{E12D2C0A-FA5C-E33C-9ABA-7CBC69E133EC}" dt="2026-06-09T16:57:08.599" v="4"/>
          <ac:spMkLst>
            <pc:docMk/>
            <pc:sldMk cId="3754737476" sldId="265"/>
            <ac:spMk id="22" creationId="{E0CBAC23-2E3F-4A90-BA59-F8299F6A5439}"/>
          </ac:spMkLst>
        </pc:spChg>
        <pc:graphicFrameChg chg="mod modGraphic">
          <ac:chgData name="Guest User" userId="S::urn:spo:tenantanon#da5635aa-1e4b-44fc-9214-596b4265e453::" providerId="AD" clId="Web-{E12D2C0A-FA5C-E33C-9ABA-7CBC69E133EC}" dt="2026-06-09T16:57:08.599" v="4"/>
          <ac:graphicFrameMkLst>
            <pc:docMk/>
            <pc:sldMk cId="3754737476" sldId="265"/>
            <ac:graphicFrameMk id="23" creationId="{B8EF3A55-07CF-0A3E-ABD9-03211D4DE22C}"/>
          </ac:graphicFrameMkLst>
        </pc:graphicFrameChg>
        <pc:picChg chg="add">
          <ac:chgData name="Guest User" userId="S::urn:spo:tenantanon#da5635aa-1e4b-44fc-9214-596b4265e453::" providerId="AD" clId="Web-{E12D2C0A-FA5C-E33C-9ABA-7CBC69E133EC}" dt="2026-06-09T16:57:08.599" v="4"/>
          <ac:picMkLst>
            <pc:docMk/>
            <pc:sldMk cId="3754737476" sldId="265"/>
            <ac:picMk id="25" creationId="{919453CF-090E-0E4A-B6BD-7B2F76730F8B}"/>
          </ac:picMkLst>
        </pc:picChg>
      </pc:sldChg>
      <pc:sldChg chg="modSp">
        <pc:chgData name="Guest User" userId="S::urn:spo:tenantanon#da5635aa-1e4b-44fc-9214-596b4265e453::" providerId="AD" clId="Web-{E12D2C0A-FA5C-E33C-9ABA-7CBC69E133EC}" dt="2026-06-09T16:58:26.367" v="14" actId="20577"/>
        <pc:sldMkLst>
          <pc:docMk/>
          <pc:sldMk cId="3758378417" sldId="270"/>
        </pc:sldMkLst>
        <pc:graphicFrameChg chg="modGraphic">
          <ac:chgData name="Guest User" userId="S::urn:spo:tenantanon#da5635aa-1e4b-44fc-9214-596b4265e453::" providerId="AD" clId="Web-{E12D2C0A-FA5C-E33C-9ABA-7CBC69E133EC}" dt="2026-06-09T16:58:26.367" v="14" actId="20577"/>
          <ac:graphicFrameMkLst>
            <pc:docMk/>
            <pc:sldMk cId="3758378417" sldId="270"/>
            <ac:graphicFrameMk id="5" creationId="{5079DF20-C322-6012-7999-C84BFD27B689}"/>
          </ac:graphicFrameMkLst>
        </pc:graphicFrameChg>
      </pc:sldChg>
    </pc:docChg>
  </pc:docChgLst>
  <pc:docChgLst>
    <pc:chgData name="Guest User" userId="S::urn:spo:tenantanon#da5635aa-1e4b-44fc-9214-596b4265e453::" providerId="AD" clId="Web-{68265DC6-0F9C-E6FE-EBAF-65957222BB5B}"/>
    <pc:docChg chg="addSld delSld modSld sldOrd">
      <pc:chgData name="Guest User" userId="S::urn:spo:tenantanon#da5635aa-1e4b-44fc-9214-596b4265e453::" providerId="AD" clId="Web-{68265DC6-0F9C-E6FE-EBAF-65957222BB5B}" dt="2026-06-09T16:55:57.442" v="261" actId="20577"/>
      <pc:docMkLst>
        <pc:docMk/>
      </pc:docMkLst>
      <pc:sldChg chg="modSp">
        <pc:chgData name="Guest User" userId="S::urn:spo:tenantanon#da5635aa-1e4b-44fc-9214-596b4265e453::" providerId="AD" clId="Web-{68265DC6-0F9C-E6FE-EBAF-65957222BB5B}" dt="2026-06-09T16:33:26.156" v="21" actId="20577"/>
        <pc:sldMkLst>
          <pc:docMk/>
          <pc:sldMk cId="1577659611" sldId="256"/>
        </pc:sldMkLst>
        <pc:spChg chg="mod">
          <ac:chgData name="Guest User" userId="S::urn:spo:tenantanon#da5635aa-1e4b-44fc-9214-596b4265e453::" providerId="AD" clId="Web-{68265DC6-0F9C-E6FE-EBAF-65957222BB5B}" dt="2026-06-09T16:32:18.560" v="5" actId="20577"/>
          <ac:spMkLst>
            <pc:docMk/>
            <pc:sldMk cId="1577659611" sldId="256"/>
            <ac:spMk id="2" creationId="{768AB478-285F-4615-9E35-3902AED72A69}"/>
          </ac:spMkLst>
        </pc:spChg>
        <pc:spChg chg="mod">
          <ac:chgData name="Guest User" userId="S::urn:spo:tenantanon#da5635aa-1e4b-44fc-9214-596b4265e453::" providerId="AD" clId="Web-{68265DC6-0F9C-E6FE-EBAF-65957222BB5B}" dt="2026-06-09T16:33:26.156" v="21" actId="20577"/>
          <ac:spMkLst>
            <pc:docMk/>
            <pc:sldMk cId="1577659611" sldId="256"/>
            <ac:spMk id="3" creationId="{B7370B1B-05BC-AECF-AF12-EE426C16FCD8}"/>
          </ac:spMkLst>
        </pc:spChg>
      </pc:sldChg>
      <pc:sldChg chg="modSp del ord">
        <pc:chgData name="Guest User" userId="S::urn:spo:tenantanon#da5635aa-1e4b-44fc-9214-596b4265e453::" providerId="AD" clId="Web-{68265DC6-0F9C-E6FE-EBAF-65957222BB5B}" dt="2026-06-09T16:54:44.486" v="251"/>
        <pc:sldMkLst>
          <pc:docMk/>
          <pc:sldMk cId="4085160309" sldId="258"/>
        </pc:sldMkLst>
        <pc:spChg chg="mod">
          <ac:chgData name="Guest User" userId="S::urn:spo:tenantanon#da5635aa-1e4b-44fc-9214-596b4265e453::" providerId="AD" clId="Web-{68265DC6-0F9C-E6FE-EBAF-65957222BB5B}" dt="2026-06-09T16:53:51.265" v="240" actId="20577"/>
          <ac:spMkLst>
            <pc:docMk/>
            <pc:sldMk cId="4085160309" sldId="258"/>
            <ac:spMk id="2" creationId="{FF86EE11-8C47-BA32-0635-FDD4E8398AB3}"/>
          </ac:spMkLst>
        </pc:spChg>
        <pc:spChg chg="mod">
          <ac:chgData name="Guest User" userId="S::urn:spo:tenantanon#da5635aa-1e4b-44fc-9214-596b4265e453::" providerId="AD" clId="Web-{68265DC6-0F9C-E6FE-EBAF-65957222BB5B}" dt="2026-06-09T16:54:00.828" v="242" actId="20577"/>
          <ac:spMkLst>
            <pc:docMk/>
            <pc:sldMk cId="4085160309" sldId="258"/>
            <ac:spMk id="3" creationId="{C06963CC-E569-2860-1805-229C638C0AFC}"/>
          </ac:spMkLst>
        </pc:spChg>
      </pc:sldChg>
      <pc:sldChg chg="addSp delSp modSp new mod setBg setClrOvrMap">
        <pc:chgData name="Guest User" userId="S::urn:spo:tenantanon#da5635aa-1e4b-44fc-9214-596b4265e453::" providerId="AD" clId="Web-{68265DC6-0F9C-E6FE-EBAF-65957222BB5B}" dt="2026-06-09T16:37:59.776" v="55"/>
        <pc:sldMkLst>
          <pc:docMk/>
          <pc:sldMk cId="3999336461" sldId="263"/>
        </pc:sldMkLst>
        <pc:spChg chg="mod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2" creationId="{B6F37D07-ECF1-8406-7EAC-CB95664D2E49}"/>
          </ac:spMkLst>
        </pc:spChg>
        <pc:spChg chg="del mod">
          <ac:chgData name="Guest User" userId="S::urn:spo:tenantanon#da5635aa-1e4b-44fc-9214-596b4265e453::" providerId="AD" clId="Web-{68265DC6-0F9C-E6FE-EBAF-65957222BB5B}" dt="2026-06-09T16:37:41.994" v="54"/>
          <ac:spMkLst>
            <pc:docMk/>
            <pc:sldMk cId="3999336461" sldId="263"/>
            <ac:spMk id="3" creationId="{DBAA27F6-C261-2FC8-F681-DDDD407A19BE}"/>
          </ac:spMkLst>
        </pc:spChg>
        <pc:spChg chg="add del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9" creationId="{BACC6370-2D7E-4714-9D71-7542949D7D5D}"/>
          </ac:spMkLst>
        </pc:spChg>
        <pc:spChg chg="add del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11" creationId="{F68B3F68-107C-434F-AA38-110D5EA91B85}"/>
          </ac:spMkLst>
        </pc:spChg>
        <pc:spChg chg="add del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13" creationId="{AAD0DBB9-1A4B-4391-81D4-CB19F9AB918A}"/>
          </ac:spMkLst>
        </pc:spChg>
        <pc:spChg chg="add del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15" creationId="{063BBA22-50EA-4C4D-BE05-F1CE4E63AA56}"/>
          </ac:spMkLst>
        </pc:spChg>
        <pc:spChg chg="add">
          <ac:chgData name="Guest User" userId="S::urn:spo:tenantanon#da5635aa-1e4b-44fc-9214-596b4265e453::" providerId="AD" clId="Web-{68265DC6-0F9C-E6FE-EBAF-65957222BB5B}" dt="2026-06-09T16:37:59.776" v="55"/>
          <ac:spMkLst>
            <pc:docMk/>
            <pc:sldMk cId="3999336461" sldId="263"/>
            <ac:spMk id="21" creationId="{9228552E-C8B1-4A80-8448-0787CE0FC704}"/>
          </ac:spMkLst>
        </pc:spChg>
        <pc:graphicFrameChg chg="add mod modGraphic">
          <ac:chgData name="Guest User" userId="S::urn:spo:tenantanon#da5635aa-1e4b-44fc-9214-596b4265e453::" providerId="AD" clId="Web-{68265DC6-0F9C-E6FE-EBAF-65957222BB5B}" dt="2026-06-09T16:37:59.776" v="55"/>
          <ac:graphicFrameMkLst>
            <pc:docMk/>
            <pc:sldMk cId="3999336461" sldId="263"/>
            <ac:graphicFrameMk id="5" creationId="{EC71F9BD-C28F-5FB9-3D55-DA36BD2AEF84}"/>
          </ac:graphicFrameMkLst>
        </pc:graphicFrameChg>
        <pc:picChg chg="add">
          <ac:chgData name="Guest User" userId="S::urn:spo:tenantanon#da5635aa-1e4b-44fc-9214-596b4265e453::" providerId="AD" clId="Web-{68265DC6-0F9C-E6FE-EBAF-65957222BB5B}" dt="2026-06-09T16:37:59.776" v="55"/>
          <ac:picMkLst>
            <pc:docMk/>
            <pc:sldMk cId="3999336461" sldId="263"/>
            <ac:picMk id="17" creationId="{B3684847-5C6B-76E7-49EA-4E821230795F}"/>
          </ac:picMkLst>
        </pc:picChg>
      </pc:sldChg>
      <pc:sldChg chg="addSp modSp new mod setBg">
        <pc:chgData name="Guest User" userId="S::urn:spo:tenantanon#da5635aa-1e4b-44fc-9214-596b4265e453::" providerId="AD" clId="Web-{68265DC6-0F9C-E6FE-EBAF-65957222BB5B}" dt="2026-06-09T16:42:03.629" v="151"/>
        <pc:sldMkLst>
          <pc:docMk/>
          <pc:sldMk cId="3268255344" sldId="264"/>
        </pc:sldMkLst>
        <pc:spChg chg="mod">
          <ac:chgData name="Guest User" userId="S::urn:spo:tenantanon#da5635aa-1e4b-44fc-9214-596b4265e453::" providerId="AD" clId="Web-{68265DC6-0F9C-E6FE-EBAF-65957222BB5B}" dt="2026-06-09T16:42:03.629" v="151"/>
          <ac:spMkLst>
            <pc:docMk/>
            <pc:sldMk cId="3268255344" sldId="264"/>
            <ac:spMk id="2" creationId="{1B54A3C9-FF12-2598-4F2F-F75313B2FE50}"/>
          </ac:spMkLst>
        </pc:spChg>
        <pc:spChg chg="mod">
          <ac:chgData name="Guest User" userId="S::urn:spo:tenantanon#da5635aa-1e4b-44fc-9214-596b4265e453::" providerId="AD" clId="Web-{68265DC6-0F9C-E6FE-EBAF-65957222BB5B}" dt="2026-06-09T16:40:13.218" v="85" actId="20577"/>
          <ac:spMkLst>
            <pc:docMk/>
            <pc:sldMk cId="3268255344" sldId="264"/>
            <ac:spMk id="3" creationId="{869200A3-C18B-E98B-82DF-2E4E09E162B3}"/>
          </ac:spMkLst>
        </pc:spChg>
        <pc:spChg chg="add">
          <ac:chgData name="Guest User" userId="S::urn:spo:tenantanon#da5635aa-1e4b-44fc-9214-596b4265e453::" providerId="AD" clId="Web-{68265DC6-0F9C-E6FE-EBAF-65957222BB5B}" dt="2026-06-09T16:42:03.629" v="151"/>
          <ac:spMkLst>
            <pc:docMk/>
            <pc:sldMk cId="3268255344" sldId="264"/>
            <ac:spMk id="9" creationId="{362810D9-2C5A-477D-949C-C191895477F3}"/>
          </ac:spMkLst>
        </pc:spChg>
        <pc:spChg chg="add">
          <ac:chgData name="Guest User" userId="S::urn:spo:tenantanon#da5635aa-1e4b-44fc-9214-596b4265e453::" providerId="AD" clId="Web-{68265DC6-0F9C-E6FE-EBAF-65957222BB5B}" dt="2026-06-09T16:42:03.629" v="151"/>
          <ac:spMkLst>
            <pc:docMk/>
            <pc:sldMk cId="3268255344" sldId="264"/>
            <ac:spMk id="11" creationId="{081E4A58-353D-44AE-B2FC-2A74E2E400F7}"/>
          </ac:spMkLst>
        </pc:spChg>
        <pc:graphicFrameChg chg="add mod modGraphic">
          <ac:chgData name="Guest User" userId="S::urn:spo:tenantanon#da5635aa-1e4b-44fc-9214-596b4265e453::" providerId="AD" clId="Web-{68265DC6-0F9C-E6FE-EBAF-65957222BB5B}" dt="2026-06-09T16:42:03.629" v="151"/>
          <ac:graphicFrameMkLst>
            <pc:docMk/>
            <pc:sldMk cId="3268255344" sldId="264"/>
            <ac:graphicFrameMk id="4" creationId="{541ABEA1-E196-4313-510B-025D9F1E469B}"/>
          </ac:graphicFrameMkLst>
        </pc:graphicFrameChg>
      </pc:sldChg>
      <pc:sldChg chg="addSp delSp modSp new mod setBg">
        <pc:chgData name="Guest User" userId="S::urn:spo:tenantanon#da5635aa-1e4b-44fc-9214-596b4265e453::" providerId="AD" clId="Web-{68265DC6-0F9C-E6FE-EBAF-65957222BB5B}" dt="2026-06-09T16:42:42.427" v="158"/>
        <pc:sldMkLst>
          <pc:docMk/>
          <pc:sldMk cId="3754737476" sldId="265"/>
        </pc:sldMkLst>
        <pc:spChg chg="mod">
          <ac:chgData name="Guest User" userId="S::urn:spo:tenantanon#da5635aa-1e4b-44fc-9214-596b4265e453::" providerId="AD" clId="Web-{68265DC6-0F9C-E6FE-EBAF-65957222BB5B}" dt="2026-06-09T16:42:42.427" v="158"/>
          <ac:spMkLst>
            <pc:docMk/>
            <pc:sldMk cId="3754737476" sldId="265"/>
            <ac:spMk id="2" creationId="{916E8262-2F8C-2616-565B-5AA15D483A33}"/>
          </ac:spMkLst>
        </pc:spChg>
        <pc:spChg chg="add del mod">
          <ac:chgData name="Guest User" userId="S::urn:spo:tenantanon#da5635aa-1e4b-44fc-9214-596b4265e453::" providerId="AD" clId="Web-{68265DC6-0F9C-E6FE-EBAF-65957222BB5B}" dt="2026-06-09T16:42:42.427" v="158"/>
          <ac:spMkLst>
            <pc:docMk/>
            <pc:sldMk cId="3754737476" sldId="265"/>
            <ac:spMk id="3" creationId="{AD3B7667-60A9-4F8C-9CE4-9BCC85D1A03F}"/>
          </ac:spMkLst>
        </pc:spChg>
        <pc:spChg chg="add del">
          <ac:chgData name="Guest User" userId="S::urn:spo:tenantanon#da5635aa-1e4b-44fc-9214-596b4265e453::" providerId="AD" clId="Web-{68265DC6-0F9C-E6FE-EBAF-65957222BB5B}" dt="2026-06-09T16:42:23.192" v="153"/>
          <ac:spMkLst>
            <pc:docMk/>
            <pc:sldMk cId="3754737476" sldId="265"/>
            <ac:spMk id="9" creationId="{35DB3719-6FDC-4E5D-891D-FF40B7300F64}"/>
          </ac:spMkLst>
        </pc:spChg>
        <pc:spChg chg="add del">
          <ac:chgData name="Guest User" userId="S::urn:spo:tenantanon#da5635aa-1e4b-44fc-9214-596b4265e453::" providerId="AD" clId="Web-{68265DC6-0F9C-E6FE-EBAF-65957222BB5B}" dt="2026-06-09T16:42:23.192" v="153"/>
          <ac:spMkLst>
            <pc:docMk/>
            <pc:sldMk cId="3754737476" sldId="265"/>
            <ac:spMk id="11" creationId="{E0CBAC23-2E3F-4A90-BA59-F8299F6A5439}"/>
          </ac:spMkLst>
        </pc:spChg>
        <pc:spChg chg="add del">
          <ac:chgData name="Guest User" userId="S::urn:spo:tenantanon#da5635aa-1e4b-44fc-9214-596b4265e453::" providerId="AD" clId="Web-{68265DC6-0F9C-E6FE-EBAF-65957222BB5B}" dt="2026-06-09T16:42:33.770" v="155"/>
          <ac:spMkLst>
            <pc:docMk/>
            <pc:sldMk cId="3754737476" sldId="265"/>
            <ac:spMk id="13" creationId="{2E442304-DDBD-4F7B-8017-36BCC863FB40}"/>
          </ac:spMkLst>
        </pc:spChg>
        <pc:spChg chg="add del">
          <ac:chgData name="Guest User" userId="S::urn:spo:tenantanon#da5635aa-1e4b-44fc-9214-596b4265e453::" providerId="AD" clId="Web-{68265DC6-0F9C-E6FE-EBAF-65957222BB5B}" dt="2026-06-09T16:42:33.770" v="155"/>
          <ac:spMkLst>
            <pc:docMk/>
            <pc:sldMk cId="3754737476" sldId="265"/>
            <ac:spMk id="14" creationId="{5E107275-3853-46FD-A241-DE4355A42675}"/>
          </ac:spMkLst>
        </pc:spChg>
        <pc:spChg chg="add del">
          <ac:chgData name="Guest User" userId="S::urn:spo:tenantanon#da5635aa-1e4b-44fc-9214-596b4265e453::" providerId="AD" clId="Web-{68265DC6-0F9C-E6FE-EBAF-65957222BB5B}" dt="2026-06-09T16:42:42.396" v="157"/>
          <ac:spMkLst>
            <pc:docMk/>
            <pc:sldMk cId="3754737476" sldId="265"/>
            <ac:spMk id="17" creationId="{2659FDB4-FCBE-4A89-B46D-43D4FA54464D}"/>
          </ac:spMkLst>
        </pc:spChg>
        <pc:spChg chg="add">
          <ac:chgData name="Guest User" userId="S::urn:spo:tenantanon#da5635aa-1e4b-44fc-9214-596b4265e453::" providerId="AD" clId="Web-{68265DC6-0F9C-E6FE-EBAF-65957222BB5B}" dt="2026-06-09T16:42:42.427" v="158"/>
          <ac:spMkLst>
            <pc:docMk/>
            <pc:sldMk cId="3754737476" sldId="265"/>
            <ac:spMk id="21" creationId="{35DB3719-6FDC-4E5D-891D-FF40B7300F64}"/>
          </ac:spMkLst>
        </pc:spChg>
        <pc:spChg chg="add">
          <ac:chgData name="Guest User" userId="S::urn:spo:tenantanon#da5635aa-1e4b-44fc-9214-596b4265e453::" providerId="AD" clId="Web-{68265DC6-0F9C-E6FE-EBAF-65957222BB5B}" dt="2026-06-09T16:42:42.427" v="158"/>
          <ac:spMkLst>
            <pc:docMk/>
            <pc:sldMk cId="3754737476" sldId="265"/>
            <ac:spMk id="22" creationId="{E0CBAC23-2E3F-4A90-BA59-F8299F6A5439}"/>
          </ac:spMkLst>
        </pc:spChg>
        <pc:graphicFrameChg chg="add del">
          <ac:chgData name="Guest User" userId="S::urn:spo:tenantanon#da5635aa-1e4b-44fc-9214-596b4265e453::" providerId="AD" clId="Web-{68265DC6-0F9C-E6FE-EBAF-65957222BB5B}" dt="2026-06-09T16:42:23.192" v="153"/>
          <ac:graphicFrameMkLst>
            <pc:docMk/>
            <pc:sldMk cId="3754737476" sldId="265"/>
            <ac:graphicFrameMk id="5" creationId="{B8EF3A55-07CF-0A3E-ABD9-03211D4DE22C}"/>
          </ac:graphicFrameMkLst>
        </pc:graphicFrameChg>
        <pc:graphicFrameChg chg="add del">
          <ac:chgData name="Guest User" userId="S::urn:spo:tenantanon#da5635aa-1e4b-44fc-9214-596b4265e453::" providerId="AD" clId="Web-{68265DC6-0F9C-E6FE-EBAF-65957222BB5B}" dt="2026-06-09T16:42:33.770" v="155"/>
          <ac:graphicFrameMkLst>
            <pc:docMk/>
            <pc:sldMk cId="3754737476" sldId="265"/>
            <ac:graphicFrameMk id="15" creationId="{CFE427D2-3AD5-0808-A025-1DDDA4CA9F80}"/>
          </ac:graphicFrameMkLst>
        </pc:graphicFrameChg>
        <pc:graphicFrameChg chg="add del">
          <ac:chgData name="Guest User" userId="S::urn:spo:tenantanon#da5635aa-1e4b-44fc-9214-596b4265e453::" providerId="AD" clId="Web-{68265DC6-0F9C-E6FE-EBAF-65957222BB5B}" dt="2026-06-09T16:42:42.396" v="157"/>
          <ac:graphicFrameMkLst>
            <pc:docMk/>
            <pc:sldMk cId="3754737476" sldId="265"/>
            <ac:graphicFrameMk id="19" creationId="{15AEA208-FCB9-2F81-8654-5EF5F98A96A0}"/>
          </ac:graphicFrameMkLst>
        </pc:graphicFrameChg>
        <pc:graphicFrameChg chg="add">
          <ac:chgData name="Guest User" userId="S::urn:spo:tenantanon#da5635aa-1e4b-44fc-9214-596b4265e453::" providerId="AD" clId="Web-{68265DC6-0F9C-E6FE-EBAF-65957222BB5B}" dt="2026-06-09T16:42:42.427" v="158"/>
          <ac:graphicFrameMkLst>
            <pc:docMk/>
            <pc:sldMk cId="3754737476" sldId="265"/>
            <ac:graphicFrameMk id="23" creationId="{B8EF3A55-07CF-0A3E-ABD9-03211D4DE22C}"/>
          </ac:graphicFrameMkLst>
        </pc:graphicFrameChg>
        <pc:cxnChg chg="add del">
          <ac:chgData name="Guest User" userId="S::urn:spo:tenantanon#da5635aa-1e4b-44fc-9214-596b4265e453::" providerId="AD" clId="Web-{68265DC6-0F9C-E6FE-EBAF-65957222BB5B}" dt="2026-06-09T16:42:42.396" v="157"/>
          <ac:cxnSpMkLst>
            <pc:docMk/>
            <pc:sldMk cId="3754737476" sldId="265"/>
            <ac:cxnSpMk id="18" creationId="{C8F51B3F-8331-4E4A-AE96-D47B1006EEAD}"/>
          </ac:cxnSpMkLst>
        </pc:cxnChg>
      </pc:sldChg>
      <pc:sldChg chg="addSp delSp modSp new mod setBg">
        <pc:chgData name="Guest User" userId="S::urn:spo:tenantanon#da5635aa-1e4b-44fc-9214-596b4265e453::" providerId="AD" clId="Web-{68265DC6-0F9C-E6FE-EBAF-65957222BB5B}" dt="2026-06-09T16:44:03.289" v="169" actId="1076"/>
        <pc:sldMkLst>
          <pc:docMk/>
          <pc:sldMk cId="524798821" sldId="266"/>
        </pc:sldMkLst>
        <pc:spChg chg="mod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2" creationId="{35D01C73-1641-77AA-DB0C-697E9DDE15C5}"/>
          </ac:spMkLst>
        </pc:spChg>
        <pc:spChg chg="del mod">
          <ac:chgData name="Guest User" userId="S::urn:spo:tenantanon#da5635aa-1e4b-44fc-9214-596b4265e453::" providerId="AD" clId="Web-{68265DC6-0F9C-E6FE-EBAF-65957222BB5B}" dt="2026-06-09T16:43:26.491" v="161"/>
          <ac:spMkLst>
            <pc:docMk/>
            <pc:sldMk cId="524798821" sldId="266"/>
            <ac:spMk id="3" creationId="{A845BE76-B83C-8570-C7B0-785664ED0C86}"/>
          </ac:spMkLst>
        </pc:spChg>
        <pc:spChg chg="add del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9" creationId="{BACC6370-2D7E-4714-9D71-7542949D7D5D}"/>
          </ac:spMkLst>
        </pc:spChg>
        <pc:spChg chg="add del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11" creationId="{F68B3F68-107C-434F-AA38-110D5EA91B85}"/>
          </ac:spMkLst>
        </pc:spChg>
        <pc:spChg chg="add del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13" creationId="{AAD0DBB9-1A4B-4391-81D4-CB19F9AB918A}"/>
          </ac:spMkLst>
        </pc:spChg>
        <pc:spChg chg="add del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15" creationId="{063BBA22-50EA-4C4D-BE05-F1CE4E63AA56}"/>
          </ac:spMkLst>
        </pc:spChg>
        <pc:spChg chg="add mod">
          <ac:chgData name="Guest User" userId="S::urn:spo:tenantanon#da5635aa-1e4b-44fc-9214-596b4265e453::" providerId="AD" clId="Web-{68265DC6-0F9C-E6FE-EBAF-65957222BB5B}" dt="2026-06-09T16:44:03.289" v="169" actId="1076"/>
          <ac:spMkLst>
            <pc:docMk/>
            <pc:sldMk cId="524798821" sldId="266"/>
            <ac:spMk id="16" creationId="{6366D771-F0BA-B90C-8D8E-5279B28D4E01}"/>
          </ac:spMkLst>
        </pc:spChg>
        <pc:spChg chg="add">
          <ac:chgData name="Guest User" userId="S::urn:spo:tenantanon#da5635aa-1e4b-44fc-9214-596b4265e453::" providerId="AD" clId="Web-{68265DC6-0F9C-E6FE-EBAF-65957222BB5B}" dt="2026-06-09T16:43:53.601" v="166"/>
          <ac:spMkLst>
            <pc:docMk/>
            <pc:sldMk cId="524798821" sldId="266"/>
            <ac:spMk id="22" creationId="{B50AB553-2A96-4A92-96F2-93548E096954}"/>
          </ac:spMkLst>
        </pc:spChg>
        <pc:graphicFrameChg chg="add mod ord modGraphic">
          <ac:chgData name="Guest User" userId="S::urn:spo:tenantanon#da5635aa-1e4b-44fc-9214-596b4265e453::" providerId="AD" clId="Web-{68265DC6-0F9C-E6FE-EBAF-65957222BB5B}" dt="2026-06-09T16:43:53.601" v="166"/>
          <ac:graphicFrameMkLst>
            <pc:docMk/>
            <pc:sldMk cId="524798821" sldId="266"/>
            <ac:graphicFrameMk id="5" creationId="{8F285B36-B2A7-DC8B-06BC-FA7AE748336F}"/>
          </ac:graphicFrameMkLst>
        </pc:graphicFrameChg>
        <pc:picChg chg="add">
          <ac:chgData name="Guest User" userId="S::urn:spo:tenantanon#da5635aa-1e4b-44fc-9214-596b4265e453::" providerId="AD" clId="Web-{68265DC6-0F9C-E6FE-EBAF-65957222BB5B}" dt="2026-06-09T16:43:53.601" v="166"/>
          <ac:picMkLst>
            <pc:docMk/>
            <pc:sldMk cId="524798821" sldId="266"/>
            <ac:picMk id="18" creationId="{FCC234D4-B94B-BE37-43AF-363D44B66238}"/>
          </ac:picMkLst>
        </pc:picChg>
      </pc:sldChg>
      <pc:sldChg chg="addSp delSp modSp new mod setBg">
        <pc:chgData name="Guest User" userId="S::urn:spo:tenantanon#da5635aa-1e4b-44fc-9214-596b4265e453::" providerId="AD" clId="Web-{68265DC6-0F9C-E6FE-EBAF-65957222BB5B}" dt="2026-06-09T16:44:59.854" v="172"/>
        <pc:sldMkLst>
          <pc:docMk/>
          <pc:sldMk cId="1555048502" sldId="267"/>
        </pc:sldMkLst>
        <pc:spChg chg="mod">
          <ac:chgData name="Guest User" userId="S::urn:spo:tenantanon#da5635aa-1e4b-44fc-9214-596b4265e453::" providerId="AD" clId="Web-{68265DC6-0F9C-E6FE-EBAF-65957222BB5B}" dt="2026-06-09T16:44:59.854" v="172"/>
          <ac:spMkLst>
            <pc:docMk/>
            <pc:sldMk cId="1555048502" sldId="267"/>
            <ac:spMk id="2" creationId="{6355AB3D-EFBD-C954-FFBB-0EDED2DE1D27}"/>
          </ac:spMkLst>
        </pc:spChg>
        <pc:spChg chg="del mod">
          <ac:chgData name="Guest User" userId="S::urn:spo:tenantanon#da5635aa-1e4b-44fc-9214-596b4265e453::" providerId="AD" clId="Web-{68265DC6-0F9C-E6FE-EBAF-65957222BB5B}" dt="2026-06-09T16:44:21.352" v="170"/>
          <ac:spMkLst>
            <pc:docMk/>
            <pc:sldMk cId="1555048502" sldId="267"/>
            <ac:spMk id="3" creationId="{5AD50AF6-C186-F39D-EC87-E722F1142210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9" creationId="{BACC6370-2D7E-4714-9D71-7542949D7D5D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11" creationId="{256B2C21-A230-48C0-8DF1-C46611373C44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13" creationId="{3847E18C-932D-4C95-AABA-FEC7C9499AD7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15" creationId="{3150CB11-0C61-439E-910F-5787759E72A0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17" creationId="{43F8A58B-5155-44CE-A5FF-7647B47D0A7A}"/>
          </ac:spMkLst>
        </pc:spChg>
        <pc:spChg chg="add del">
          <ac:chgData name="Guest User" userId="S::urn:spo:tenantanon#da5635aa-1e4b-44fc-9214-596b4265e453::" providerId="AD" clId="Web-{68265DC6-0F9C-E6FE-EBAF-65957222BB5B}" dt="2026-06-09T16:44:36.384" v="171"/>
          <ac:spMkLst>
            <pc:docMk/>
            <pc:sldMk cId="1555048502" sldId="267"/>
            <ac:spMk id="19" creationId="{443F2ACA-E6D6-4028-82DD-F03C262D5DE6}"/>
          </ac:spMkLst>
        </pc:spChg>
        <pc:spChg chg="add del">
          <ac:chgData name="Guest User" userId="S::urn:spo:tenantanon#da5635aa-1e4b-44fc-9214-596b4265e453::" providerId="AD" clId="Web-{68265DC6-0F9C-E6FE-EBAF-65957222BB5B}" dt="2026-06-09T16:44:59.854" v="172"/>
          <ac:spMkLst>
            <pc:docMk/>
            <pc:sldMk cId="1555048502" sldId="267"/>
            <ac:spMk id="24" creationId="{362810D9-2C5A-477D-949C-C191895477F3}"/>
          </ac:spMkLst>
        </pc:spChg>
        <pc:spChg chg="add del">
          <ac:chgData name="Guest User" userId="S::urn:spo:tenantanon#da5635aa-1e4b-44fc-9214-596b4265e453::" providerId="AD" clId="Web-{68265DC6-0F9C-E6FE-EBAF-65957222BB5B}" dt="2026-06-09T16:44:59.854" v="172"/>
          <ac:spMkLst>
            <pc:docMk/>
            <pc:sldMk cId="1555048502" sldId="267"/>
            <ac:spMk id="26" creationId="{081E4A58-353D-44AE-B2FC-2A74E2E400F7}"/>
          </ac:spMkLst>
        </pc:spChg>
        <pc:spChg chg="add">
          <ac:chgData name="Guest User" userId="S::urn:spo:tenantanon#da5635aa-1e4b-44fc-9214-596b4265e453::" providerId="AD" clId="Web-{68265DC6-0F9C-E6FE-EBAF-65957222BB5B}" dt="2026-06-09T16:44:59.854" v="172"/>
          <ac:spMkLst>
            <pc:docMk/>
            <pc:sldMk cId="1555048502" sldId="267"/>
            <ac:spMk id="31" creationId="{1D63C574-BFD2-41A1-A567-B0C3CC7FDD4F}"/>
          </ac:spMkLst>
        </pc:spChg>
        <pc:spChg chg="add">
          <ac:chgData name="Guest User" userId="S::urn:spo:tenantanon#da5635aa-1e4b-44fc-9214-596b4265e453::" providerId="AD" clId="Web-{68265DC6-0F9C-E6FE-EBAF-65957222BB5B}" dt="2026-06-09T16:44:59.854" v="172"/>
          <ac:spMkLst>
            <pc:docMk/>
            <pc:sldMk cId="1555048502" sldId="267"/>
            <ac:spMk id="33" creationId="{E2A46BAB-8C31-42B2-90E8-B26DD3E81D37}"/>
          </ac:spMkLst>
        </pc:spChg>
        <pc:grpChg chg="add">
          <ac:chgData name="Guest User" userId="S::urn:spo:tenantanon#da5635aa-1e4b-44fc-9214-596b4265e453::" providerId="AD" clId="Web-{68265DC6-0F9C-E6FE-EBAF-65957222BB5B}" dt="2026-06-09T16:44:59.854" v="172"/>
          <ac:grpSpMkLst>
            <pc:docMk/>
            <pc:sldMk cId="1555048502" sldId="267"/>
            <ac:grpSpMk id="35" creationId="{B3F7A3C7-0737-4E57-B30E-8EEFE638B401}"/>
          </ac:grpSpMkLst>
        </pc:grpChg>
        <pc:grpChg chg="add">
          <ac:chgData name="Guest User" userId="S::urn:spo:tenantanon#da5635aa-1e4b-44fc-9214-596b4265e453::" providerId="AD" clId="Web-{68265DC6-0F9C-E6FE-EBAF-65957222BB5B}" dt="2026-06-09T16:44:59.854" v="172"/>
          <ac:grpSpMkLst>
            <pc:docMk/>
            <pc:sldMk cId="1555048502" sldId="267"/>
            <ac:grpSpMk id="39" creationId="{43F5E015-E085-4624-B431-B42414448684}"/>
          </ac:grpSpMkLst>
        </pc:grpChg>
        <pc:graphicFrameChg chg="add mod modGraphic">
          <ac:chgData name="Guest User" userId="S::urn:spo:tenantanon#da5635aa-1e4b-44fc-9214-596b4265e453::" providerId="AD" clId="Web-{68265DC6-0F9C-E6FE-EBAF-65957222BB5B}" dt="2026-06-09T16:44:59.854" v="172"/>
          <ac:graphicFrameMkLst>
            <pc:docMk/>
            <pc:sldMk cId="1555048502" sldId="267"/>
            <ac:graphicFrameMk id="5" creationId="{EAA3CF68-E6AF-2FB1-B169-593842DF8D48}"/>
          </ac:graphicFrameMkLst>
        </pc:graphicFrameChg>
      </pc:sldChg>
      <pc:sldChg chg="addSp modSp new mod setBg">
        <pc:chgData name="Guest User" userId="S::urn:spo:tenantanon#da5635aa-1e4b-44fc-9214-596b4265e453::" providerId="AD" clId="Web-{68265DC6-0F9C-E6FE-EBAF-65957222BB5B}" dt="2026-06-09T16:49:00.816" v="222"/>
        <pc:sldMkLst>
          <pc:docMk/>
          <pc:sldMk cId="3854907396" sldId="268"/>
        </pc:sldMkLst>
        <pc:spChg chg="mod">
          <ac:chgData name="Guest User" userId="S::urn:spo:tenantanon#da5635aa-1e4b-44fc-9214-596b4265e453::" providerId="AD" clId="Web-{68265DC6-0F9C-E6FE-EBAF-65957222BB5B}" dt="2026-06-09T16:49:00.816" v="222"/>
          <ac:spMkLst>
            <pc:docMk/>
            <pc:sldMk cId="3854907396" sldId="268"/>
            <ac:spMk id="2" creationId="{B60641B4-9196-5B92-5006-6C9DAC31B47E}"/>
          </ac:spMkLst>
        </pc:spChg>
        <pc:spChg chg="mod">
          <ac:chgData name="Guest User" userId="S::urn:spo:tenantanon#da5635aa-1e4b-44fc-9214-596b4265e453::" providerId="AD" clId="Web-{68265DC6-0F9C-E6FE-EBAF-65957222BB5B}" dt="2026-06-09T16:48:24.955" v="218" actId="20577"/>
          <ac:spMkLst>
            <pc:docMk/>
            <pc:sldMk cId="3854907396" sldId="268"/>
            <ac:spMk id="3" creationId="{12506D47-4B04-CA61-7162-C760EE851831}"/>
          </ac:spMkLst>
        </pc:spChg>
        <pc:spChg chg="add">
          <ac:chgData name="Guest User" userId="S::urn:spo:tenantanon#da5635aa-1e4b-44fc-9214-596b4265e453::" providerId="AD" clId="Web-{68265DC6-0F9C-E6FE-EBAF-65957222BB5B}" dt="2026-06-09T16:49:00.816" v="222"/>
          <ac:spMkLst>
            <pc:docMk/>
            <pc:sldMk cId="3854907396" sldId="268"/>
            <ac:spMk id="10" creationId="{B50AB553-2A96-4A92-96F2-93548E096954}"/>
          </ac:spMkLst>
        </pc:spChg>
        <pc:graphicFrameChg chg="add mod modGraphic">
          <ac:chgData name="Guest User" userId="S::urn:spo:tenantanon#da5635aa-1e4b-44fc-9214-596b4265e453::" providerId="AD" clId="Web-{68265DC6-0F9C-E6FE-EBAF-65957222BB5B}" dt="2026-06-09T16:49:00.816" v="222"/>
          <ac:graphicFrameMkLst>
            <pc:docMk/>
            <pc:sldMk cId="3854907396" sldId="268"/>
            <ac:graphicFrameMk id="4" creationId="{BC3C58BE-3FDE-869D-3255-6F89582D3838}"/>
          </ac:graphicFrameMkLst>
        </pc:graphicFrameChg>
        <pc:picChg chg="add">
          <ac:chgData name="Guest User" userId="S::urn:spo:tenantanon#da5635aa-1e4b-44fc-9214-596b4265e453::" providerId="AD" clId="Web-{68265DC6-0F9C-E6FE-EBAF-65957222BB5B}" dt="2026-06-09T16:49:00.816" v="222"/>
          <ac:picMkLst>
            <pc:docMk/>
            <pc:sldMk cId="3854907396" sldId="268"/>
            <ac:picMk id="6" creationId="{739C4011-B4A7-35D4-558D-8DFEFBD7E02B}"/>
          </ac:picMkLst>
        </pc:picChg>
      </pc:sldChg>
      <pc:sldChg chg="addSp delSp modSp new mod setBg">
        <pc:chgData name="Guest User" userId="S::urn:spo:tenantanon#da5635aa-1e4b-44fc-9214-596b4265e453::" providerId="AD" clId="Web-{68265DC6-0F9C-E6FE-EBAF-65957222BB5B}" dt="2026-06-09T16:49:19.379" v="223"/>
        <pc:sldMkLst>
          <pc:docMk/>
          <pc:sldMk cId="2101325795" sldId="269"/>
        </pc:sldMkLst>
        <pc:spChg chg="mod">
          <ac:chgData name="Guest User" userId="S::urn:spo:tenantanon#da5635aa-1e4b-44fc-9214-596b4265e453::" providerId="AD" clId="Web-{68265DC6-0F9C-E6FE-EBAF-65957222BB5B}" dt="2026-06-09T16:49:19.379" v="223"/>
          <ac:spMkLst>
            <pc:docMk/>
            <pc:sldMk cId="2101325795" sldId="269"/>
            <ac:spMk id="2" creationId="{9799CBF5-30C6-3B96-9E84-3F583A05D3FF}"/>
          </ac:spMkLst>
        </pc:spChg>
        <pc:spChg chg="del mod">
          <ac:chgData name="Guest User" userId="S::urn:spo:tenantanon#da5635aa-1e4b-44fc-9214-596b4265e453::" providerId="AD" clId="Web-{68265DC6-0F9C-E6FE-EBAF-65957222BB5B}" dt="2026-06-09T16:49:19.379" v="223"/>
          <ac:spMkLst>
            <pc:docMk/>
            <pc:sldMk cId="2101325795" sldId="269"/>
            <ac:spMk id="3" creationId="{BFCC60D2-6995-63F0-1BDB-CDF885AB1CD6}"/>
          </ac:spMkLst>
        </pc:spChg>
        <pc:spChg chg="add">
          <ac:chgData name="Guest User" userId="S::urn:spo:tenantanon#da5635aa-1e4b-44fc-9214-596b4265e453::" providerId="AD" clId="Web-{68265DC6-0F9C-E6FE-EBAF-65957222BB5B}" dt="2026-06-09T16:49:19.379" v="223"/>
          <ac:spMkLst>
            <pc:docMk/>
            <pc:sldMk cId="2101325795" sldId="269"/>
            <ac:spMk id="9" creationId="{CB49665F-0298-4449-8D2D-209989CB9EE3}"/>
          </ac:spMkLst>
        </pc:spChg>
        <pc:spChg chg="add">
          <ac:chgData name="Guest User" userId="S::urn:spo:tenantanon#da5635aa-1e4b-44fc-9214-596b4265e453::" providerId="AD" clId="Web-{68265DC6-0F9C-E6FE-EBAF-65957222BB5B}" dt="2026-06-09T16:49:19.379" v="223"/>
          <ac:spMkLst>
            <pc:docMk/>
            <pc:sldMk cId="2101325795" sldId="269"/>
            <ac:spMk id="11" creationId="{A71EEC14-174A-46FA-B046-474750457130}"/>
          </ac:spMkLst>
        </pc:spChg>
        <pc:grpChg chg="add">
          <ac:chgData name="Guest User" userId="S::urn:spo:tenantanon#da5635aa-1e4b-44fc-9214-596b4265e453::" providerId="AD" clId="Web-{68265DC6-0F9C-E6FE-EBAF-65957222BB5B}" dt="2026-06-09T16:49:19.379" v="223"/>
          <ac:grpSpMkLst>
            <pc:docMk/>
            <pc:sldMk cId="2101325795" sldId="269"/>
            <ac:grpSpMk id="13" creationId="{EEB6CB95-E653-4C6C-AE51-62FD848E8D5B}"/>
          </ac:grpSpMkLst>
        </pc:grpChg>
        <pc:grpChg chg="add">
          <ac:chgData name="Guest User" userId="S::urn:spo:tenantanon#da5635aa-1e4b-44fc-9214-596b4265e453::" providerId="AD" clId="Web-{68265DC6-0F9C-E6FE-EBAF-65957222BB5B}" dt="2026-06-09T16:49:19.379" v="223"/>
          <ac:grpSpMkLst>
            <pc:docMk/>
            <pc:sldMk cId="2101325795" sldId="269"/>
            <ac:grpSpMk id="17" creationId="{43F5E015-E085-4624-B431-B42414448684}"/>
          </ac:grpSpMkLst>
        </pc:grpChg>
        <pc:graphicFrameChg chg="add">
          <ac:chgData name="Guest User" userId="S::urn:spo:tenantanon#da5635aa-1e4b-44fc-9214-596b4265e453::" providerId="AD" clId="Web-{68265DC6-0F9C-E6FE-EBAF-65957222BB5B}" dt="2026-06-09T16:49:19.379" v="223"/>
          <ac:graphicFrameMkLst>
            <pc:docMk/>
            <pc:sldMk cId="2101325795" sldId="269"/>
            <ac:graphicFrameMk id="5" creationId="{718BE559-C68C-93BE-37AD-8CDE13BB81A5}"/>
          </ac:graphicFrameMkLst>
        </pc:graphicFrameChg>
      </pc:sldChg>
      <pc:sldChg chg="addSp delSp modSp new">
        <pc:chgData name="Guest User" userId="S::urn:spo:tenantanon#da5635aa-1e4b-44fc-9214-596b4265e453::" providerId="AD" clId="Web-{68265DC6-0F9C-E6FE-EBAF-65957222BB5B}" dt="2026-06-09T16:51:41.948" v="233" actId="20577"/>
        <pc:sldMkLst>
          <pc:docMk/>
          <pc:sldMk cId="3758378417" sldId="270"/>
        </pc:sldMkLst>
        <pc:spChg chg="mod">
          <ac:chgData name="Guest User" userId="S::urn:spo:tenantanon#da5635aa-1e4b-44fc-9214-596b4265e453::" providerId="AD" clId="Web-{68265DC6-0F9C-E6FE-EBAF-65957222BB5B}" dt="2026-06-09T16:51:09.947" v="228"/>
          <ac:spMkLst>
            <pc:docMk/>
            <pc:sldMk cId="3758378417" sldId="270"/>
            <ac:spMk id="2" creationId="{F5B6C694-A8E4-1DE4-D3B0-85D75B03D7C2}"/>
          </ac:spMkLst>
        </pc:spChg>
        <pc:spChg chg="mod">
          <ac:chgData name="Guest User" userId="S::urn:spo:tenantanon#da5635aa-1e4b-44fc-9214-596b4265e453::" providerId="AD" clId="Web-{68265DC6-0F9C-E6FE-EBAF-65957222BB5B}" dt="2026-06-09T16:36:25.569" v="44" actId="20577"/>
          <ac:spMkLst>
            <pc:docMk/>
            <pc:sldMk cId="3758378417" sldId="270"/>
            <ac:spMk id="3" creationId="{A493BEBC-48A3-988E-C577-66014468968D}"/>
          </ac:spMkLst>
        </pc:spChg>
        <pc:spChg chg="del">
          <ac:chgData name="Guest User" userId="S::urn:spo:tenantanon#da5635aa-1e4b-44fc-9214-596b4265e453::" providerId="AD" clId="Web-{68265DC6-0F9C-E6FE-EBAF-65957222BB5B}" dt="2026-06-09T16:51:09.947" v="228"/>
          <ac:spMkLst>
            <pc:docMk/>
            <pc:sldMk cId="3758378417" sldId="270"/>
            <ac:spMk id="9" creationId="{A1F6BF70-C7D1-4AF9-8DB4-BEEB8A9C3529}"/>
          </ac:spMkLst>
        </pc:spChg>
        <pc:spChg chg="del">
          <ac:chgData name="Guest User" userId="S::urn:spo:tenantanon#da5635aa-1e4b-44fc-9214-596b4265e453::" providerId="AD" clId="Web-{68265DC6-0F9C-E6FE-EBAF-65957222BB5B}" dt="2026-06-09T16:51:09.947" v="228"/>
          <ac:spMkLst>
            <pc:docMk/>
            <pc:sldMk cId="3758378417" sldId="270"/>
            <ac:spMk id="15" creationId="{2C1BBA94-3F40-40AA-8BB9-E69E25E537C1}"/>
          </ac:spMkLst>
        </pc:spChg>
        <pc:spChg chg="add">
          <ac:chgData name="Guest User" userId="S::urn:spo:tenantanon#da5635aa-1e4b-44fc-9214-596b4265e453::" providerId="AD" clId="Web-{68265DC6-0F9C-E6FE-EBAF-65957222BB5B}" dt="2026-06-09T16:51:09.947" v="228"/>
          <ac:spMkLst>
            <pc:docMk/>
            <pc:sldMk cId="3758378417" sldId="270"/>
            <ac:spMk id="24" creationId="{D93394DA-E684-47C2-9020-13225823F40A}"/>
          </ac:spMkLst>
        </pc:spChg>
        <pc:grpChg chg="del">
          <ac:chgData name="Guest User" userId="S::urn:spo:tenantanon#da5635aa-1e4b-44fc-9214-596b4265e453::" providerId="AD" clId="Web-{68265DC6-0F9C-E6FE-EBAF-65957222BB5B}" dt="2026-06-09T16:51:09.947" v="228"/>
          <ac:grpSpMkLst>
            <pc:docMk/>
            <pc:sldMk cId="3758378417" sldId="270"/>
            <ac:grpSpMk id="11" creationId="{0C66A8B6-1F6E-4FCC-93B9-B9986B6FD111}"/>
          </ac:grpSpMkLst>
        </pc:grpChg>
        <pc:graphicFrameChg chg="mod modGraphic">
          <ac:chgData name="Guest User" userId="S::urn:spo:tenantanon#da5635aa-1e4b-44fc-9214-596b4265e453::" providerId="AD" clId="Web-{68265DC6-0F9C-E6FE-EBAF-65957222BB5B}" dt="2026-06-09T16:51:41.948" v="233" actId="20577"/>
          <ac:graphicFrameMkLst>
            <pc:docMk/>
            <pc:sldMk cId="3758378417" sldId="270"/>
            <ac:graphicFrameMk id="5" creationId="{5079DF20-C322-6012-7999-C84BFD27B689}"/>
          </ac:graphicFrameMkLst>
        </pc:graphicFrameChg>
        <pc:picChg chg="add">
          <ac:chgData name="Guest User" userId="S::urn:spo:tenantanon#da5635aa-1e4b-44fc-9214-596b4265e453::" providerId="AD" clId="Web-{68265DC6-0F9C-E6FE-EBAF-65957222BB5B}" dt="2026-06-09T16:51:09.947" v="228"/>
          <ac:picMkLst>
            <pc:docMk/>
            <pc:sldMk cId="3758378417" sldId="270"/>
            <ac:picMk id="20" creationId="{E1E7A229-8888-668C-231C-A99C135A328F}"/>
          </ac:picMkLst>
        </pc:picChg>
      </pc:sldChg>
      <pc:sldChg chg="addSp delSp modSp new">
        <pc:chgData name="Guest User" userId="S::urn:spo:tenantanon#da5635aa-1e4b-44fc-9214-596b4265e453::" providerId="AD" clId="Web-{68265DC6-0F9C-E6FE-EBAF-65957222BB5B}" dt="2026-06-09T16:51:56.011" v="235" actId="20577"/>
        <pc:sldMkLst>
          <pc:docMk/>
          <pc:sldMk cId="1601761790" sldId="271"/>
        </pc:sldMkLst>
        <pc:spChg chg="mod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2" creationId="{B5362D4B-F068-2FF2-84ED-C664BD56CDB0}"/>
          </ac:spMkLst>
        </pc:spChg>
        <pc:spChg chg="mod">
          <ac:chgData name="Guest User" userId="S::urn:spo:tenantanon#da5635aa-1e4b-44fc-9214-596b4265e453::" providerId="AD" clId="Web-{68265DC6-0F9C-E6FE-EBAF-65957222BB5B}" dt="2026-06-09T16:36:48.976" v="47" actId="20577"/>
          <ac:spMkLst>
            <pc:docMk/>
            <pc:sldMk cId="1601761790" sldId="271"/>
            <ac:spMk id="3" creationId="{C29B97D9-9E57-DAD6-3201-ED66D896533B}"/>
          </ac:spMkLst>
        </pc:spChg>
        <pc:spChg chg="del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9" creationId="{BACC6370-2D7E-4714-9D71-7542949D7D5D}"/>
          </ac:spMkLst>
        </pc:spChg>
        <pc:spChg chg="del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11" creationId="{F68B3F68-107C-434F-AA38-110D5EA91B85}"/>
          </ac:spMkLst>
        </pc:spChg>
        <pc:spChg chg="del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13" creationId="{AAD0DBB9-1A4B-4391-81D4-CB19F9AB918A}"/>
          </ac:spMkLst>
        </pc:spChg>
        <pc:spChg chg="del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15" creationId="{063BBA22-50EA-4C4D-BE05-F1CE4E63AA56}"/>
          </ac:spMkLst>
        </pc:spChg>
        <pc:spChg chg="add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20" creationId="{BACC6370-2D7E-4714-9D71-7542949D7D5D}"/>
          </ac:spMkLst>
        </pc:spChg>
        <pc:spChg chg="add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22" creationId="{F68B3F68-107C-434F-AA38-110D5EA91B85}"/>
          </ac:spMkLst>
        </pc:spChg>
        <pc:spChg chg="add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24" creationId="{AAD0DBB9-1A4B-4391-81D4-CB19F9AB918A}"/>
          </ac:spMkLst>
        </pc:spChg>
        <pc:spChg chg="add">
          <ac:chgData name="Guest User" userId="S::urn:spo:tenantanon#da5635aa-1e4b-44fc-9214-596b4265e453::" providerId="AD" clId="Web-{68265DC6-0F9C-E6FE-EBAF-65957222BB5B}" dt="2026-06-09T16:49:34.942" v="224"/>
          <ac:spMkLst>
            <pc:docMk/>
            <pc:sldMk cId="1601761790" sldId="271"/>
            <ac:spMk id="26" creationId="{063BBA22-50EA-4C4D-BE05-F1CE4E63AA56}"/>
          </ac:spMkLst>
        </pc:spChg>
        <pc:graphicFrameChg chg="mod modGraphic">
          <ac:chgData name="Guest User" userId="S::urn:spo:tenantanon#da5635aa-1e4b-44fc-9214-596b4265e453::" providerId="AD" clId="Web-{68265DC6-0F9C-E6FE-EBAF-65957222BB5B}" dt="2026-06-09T16:51:56.011" v="235" actId="20577"/>
          <ac:graphicFrameMkLst>
            <pc:docMk/>
            <pc:sldMk cId="1601761790" sldId="271"/>
            <ac:graphicFrameMk id="5" creationId="{F5B77C8A-19C5-25FB-7FD6-4A6415159F99}"/>
          </ac:graphicFrameMkLst>
        </pc:graphicFrameChg>
      </pc:sldChg>
      <pc:sldChg chg="addSp delSp modSp new mod setClrOvrMap">
        <pc:chgData name="Guest User" userId="S::urn:spo:tenantanon#da5635aa-1e4b-44fc-9214-596b4265e453::" providerId="AD" clId="Web-{68265DC6-0F9C-E6FE-EBAF-65957222BB5B}" dt="2026-06-09T16:55:57.442" v="261" actId="20577"/>
        <pc:sldMkLst>
          <pc:docMk/>
          <pc:sldMk cId="3297423509" sldId="272"/>
        </pc:sldMkLst>
        <pc:spChg chg="mod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2" creationId="{A40AD395-DEDF-BE2F-B0E7-2A8BCEE4DA99}"/>
          </ac:spMkLst>
        </pc:spChg>
        <pc:spChg chg="mod">
          <ac:chgData name="Guest User" userId="S::urn:spo:tenantanon#da5635aa-1e4b-44fc-9214-596b4265e453::" providerId="AD" clId="Web-{68265DC6-0F9C-E6FE-EBAF-65957222BB5B}" dt="2026-06-09T16:37:06.149" v="50" actId="20577"/>
          <ac:spMkLst>
            <pc:docMk/>
            <pc:sldMk cId="3297423509" sldId="272"/>
            <ac:spMk id="3" creationId="{A8982F35-9D7B-7374-B058-85FABC271050}"/>
          </ac:spMkLst>
        </pc:spChg>
        <pc:spChg chg="del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9" creationId="{BACC6370-2D7E-4714-9D71-7542949D7D5D}"/>
          </ac:spMkLst>
        </pc:spChg>
        <pc:spChg chg="del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11" creationId="{F68B3F68-107C-434F-AA38-110D5EA91B85}"/>
          </ac:spMkLst>
        </pc:spChg>
        <pc:spChg chg="del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13" creationId="{AAD0DBB9-1A4B-4391-81D4-CB19F9AB918A}"/>
          </ac:spMkLst>
        </pc:spChg>
        <pc:spChg chg="del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15" creationId="{063BBA22-50EA-4C4D-BE05-F1CE4E63AA56}"/>
          </ac:spMkLst>
        </pc:spChg>
        <pc:spChg chg="add">
          <ac:chgData name="Guest User" userId="S::urn:spo:tenantanon#da5635aa-1e4b-44fc-9214-596b4265e453::" providerId="AD" clId="Web-{68265DC6-0F9C-E6FE-EBAF-65957222BB5B}" dt="2026-06-09T16:50:10.475" v="225"/>
          <ac:spMkLst>
            <pc:docMk/>
            <pc:sldMk cId="3297423509" sldId="272"/>
            <ac:spMk id="21" creationId="{9228552E-C8B1-4A80-8448-0787CE0FC704}"/>
          </ac:spMkLst>
        </pc:spChg>
        <pc:graphicFrameChg chg="mod modGraphic">
          <ac:chgData name="Guest User" userId="S::urn:spo:tenantanon#da5635aa-1e4b-44fc-9214-596b4265e453::" providerId="AD" clId="Web-{68265DC6-0F9C-E6FE-EBAF-65957222BB5B}" dt="2026-06-09T16:55:57.442" v="261" actId="20577"/>
          <ac:graphicFrameMkLst>
            <pc:docMk/>
            <pc:sldMk cId="3297423509" sldId="272"/>
            <ac:graphicFrameMk id="5" creationId="{E3E0B575-D952-C1D6-228C-F7A589A707A3}"/>
          </ac:graphicFrameMkLst>
        </pc:graphicFrameChg>
        <pc:picChg chg="add">
          <ac:chgData name="Guest User" userId="S::urn:spo:tenantanon#da5635aa-1e4b-44fc-9214-596b4265e453::" providerId="AD" clId="Web-{68265DC6-0F9C-E6FE-EBAF-65957222BB5B}" dt="2026-06-09T16:50:10.475" v="225"/>
          <ac:picMkLst>
            <pc:docMk/>
            <pc:sldMk cId="3297423509" sldId="272"/>
            <ac:picMk id="17" creationId="{3B0795F5-615C-1AB3-2905-9D1E2E6FF112}"/>
          </ac:picMkLst>
        </pc:picChg>
      </pc:sldChg>
      <pc:sldChg chg="new del">
        <pc:chgData name="Guest User" userId="S::urn:spo:tenantanon#da5635aa-1e4b-44fc-9214-596b4265e453::" providerId="AD" clId="Web-{68265DC6-0F9C-E6FE-EBAF-65957222BB5B}" dt="2026-06-09T16:37:17.243" v="52"/>
        <pc:sldMkLst>
          <pc:docMk/>
          <pc:sldMk cId="187433514" sldId="273"/>
        </pc:sldMkLst>
      </pc:sldChg>
      <pc:sldChg chg="addSp modSp new mod setBg">
        <pc:chgData name="Guest User" userId="S::urn:spo:tenantanon#da5635aa-1e4b-44fc-9214-596b4265e453::" providerId="AD" clId="Web-{68265DC6-0F9C-E6FE-EBAF-65957222BB5B}" dt="2026-06-09T16:54:34.173" v="250" actId="20577"/>
        <pc:sldMkLst>
          <pc:docMk/>
          <pc:sldMk cId="3520081485" sldId="273"/>
        </pc:sldMkLst>
        <pc:spChg chg="mod">
          <ac:chgData name="Guest User" userId="S::urn:spo:tenantanon#da5635aa-1e4b-44fc-9214-596b4265e453::" providerId="AD" clId="Web-{68265DC6-0F9C-E6FE-EBAF-65957222BB5B}" dt="2026-06-09T16:54:21.282" v="248" actId="20577"/>
          <ac:spMkLst>
            <pc:docMk/>
            <pc:sldMk cId="3520081485" sldId="273"/>
            <ac:spMk id="2" creationId="{2821D0B0-667C-0FF1-0741-6EDCC3B3C7CA}"/>
          </ac:spMkLst>
        </pc:spChg>
        <pc:spChg chg="add mod">
          <ac:chgData name="Guest User" userId="S::urn:spo:tenantanon#da5635aa-1e4b-44fc-9214-596b4265e453::" providerId="AD" clId="Web-{68265DC6-0F9C-E6FE-EBAF-65957222BB5B}" dt="2026-06-09T16:54:34.173" v="250" actId="20577"/>
          <ac:spMkLst>
            <pc:docMk/>
            <pc:sldMk cId="3520081485" sldId="273"/>
            <ac:spMk id="3" creationId="{4EA6CC4B-B1B0-3C69-133B-22403891BEDC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8" creationId="{DEE2AD96-B495-4E06-9291-B71706F728CB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10" creationId="{53CF6D67-C5A8-4ADD-9E8E-1E38CA1D3166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12" creationId="{86909FA0-B515-4681-B7A8-FA281D133B94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14" creationId="{21C9FE86-FCC3-4A31-AA1C-C882262B7FE7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16" creationId="{7D96243B-ECED-4B71-8E06-AE9A285EAD20}"/>
          </ac:spMkLst>
        </pc:spChg>
        <pc:spChg chg="add">
          <ac:chgData name="Guest User" userId="S::urn:spo:tenantanon#da5635aa-1e4b-44fc-9214-596b4265e453::" providerId="AD" clId="Web-{68265DC6-0F9C-E6FE-EBAF-65957222BB5B}" dt="2026-06-09T16:54:13" v="246"/>
          <ac:spMkLst>
            <pc:docMk/>
            <pc:sldMk cId="3520081485" sldId="273"/>
            <ac:spMk id="18" creationId="{A09989E4-EFDC-4A90-A633-E0525FB4139E}"/>
          </ac:spMkLst>
        </pc:spChg>
      </pc:sldChg>
    </pc:docChg>
  </pc:docChgLst>
  <pc:docChgLst>
    <pc:chgData name="游承叡" userId="658666aa-39a4-4b55-9923-549e28f043d6" providerId="ADAL" clId="{4B12FD75-DEFE-4C60-93EF-D8D1B60C4DFD}"/>
    <pc:docChg chg="undo custSel addSld delSld modSld sldOrd">
      <pc:chgData name="游承叡" userId="658666aa-39a4-4b55-9923-549e28f043d6" providerId="ADAL" clId="{4B12FD75-DEFE-4C60-93EF-D8D1B60C4DFD}" dt="2026-06-09T17:07:23.053" v="287" actId="2711"/>
      <pc:docMkLst>
        <pc:docMk/>
      </pc:docMkLst>
      <pc:sldChg chg="addSp delSp modSp mod setBg addAnim delAnim">
        <pc:chgData name="游承叡" userId="658666aa-39a4-4b55-9923-549e28f043d6" providerId="ADAL" clId="{4B12FD75-DEFE-4C60-93EF-D8D1B60C4DFD}" dt="2026-06-09T17:01:02.941" v="244" actId="2711"/>
        <pc:sldMkLst>
          <pc:docMk/>
          <pc:sldMk cId="1577659611" sldId="256"/>
        </pc:sldMkLst>
        <pc:spChg chg="mod">
          <ac:chgData name="游承叡" userId="658666aa-39a4-4b55-9923-549e28f043d6" providerId="ADAL" clId="{4B12FD75-DEFE-4C60-93EF-D8D1B60C4DFD}" dt="2026-06-09T17:00:58.468" v="243" actId="2711"/>
          <ac:spMkLst>
            <pc:docMk/>
            <pc:sldMk cId="1577659611" sldId="256"/>
            <ac:spMk id="2" creationId="{768AB478-285F-4615-9E35-3902AED72A69}"/>
          </ac:spMkLst>
        </pc:spChg>
        <pc:spChg chg="mod">
          <ac:chgData name="游承叡" userId="658666aa-39a4-4b55-9923-549e28f043d6" providerId="ADAL" clId="{4B12FD75-DEFE-4C60-93EF-D8D1B60C4DFD}" dt="2026-06-09T17:01:02.941" v="244" actId="2711"/>
          <ac:spMkLst>
            <pc:docMk/>
            <pc:sldMk cId="1577659611" sldId="256"/>
            <ac:spMk id="3" creationId="{B7370B1B-05BC-AECF-AF12-EE426C16FCD8}"/>
          </ac:spMkLst>
        </pc:spChg>
        <pc:spChg chg="add del">
          <ac:chgData name="游承叡" userId="658666aa-39a4-4b55-9923-549e28f043d6" providerId="ADAL" clId="{4B12FD75-DEFE-4C60-93EF-D8D1B60C4DFD}" dt="2026-06-09T16:44:05.084" v="186" actId="26606"/>
          <ac:spMkLst>
            <pc:docMk/>
            <pc:sldMk cId="1577659611" sldId="256"/>
            <ac:spMk id="8" creationId="{4522B21E-B2B9-4C72-9A71-C87EFD137480}"/>
          </ac:spMkLst>
        </pc:spChg>
        <pc:spChg chg="add del">
          <ac:chgData name="游承叡" userId="658666aa-39a4-4b55-9923-549e28f043d6" providerId="ADAL" clId="{4B12FD75-DEFE-4C60-93EF-D8D1B60C4DFD}" dt="2026-06-09T16:44:05.084" v="186" actId="26606"/>
          <ac:spMkLst>
            <pc:docMk/>
            <pc:sldMk cId="1577659611" sldId="256"/>
            <ac:spMk id="10" creationId="{5EB7D2A2-F448-44D4-938C-DC84CBCB3B1E}"/>
          </ac:spMkLst>
        </pc:spChg>
        <pc:spChg chg="add del">
          <ac:chgData name="游承叡" userId="658666aa-39a4-4b55-9923-549e28f043d6" providerId="ADAL" clId="{4B12FD75-DEFE-4C60-93EF-D8D1B60C4DFD}" dt="2026-06-09T16:44:05.084" v="186" actId="26606"/>
          <ac:spMkLst>
            <pc:docMk/>
            <pc:sldMk cId="1577659611" sldId="256"/>
            <ac:spMk id="12" creationId="{871AEA07-1E14-44B4-8E55-64EF049CD66F}"/>
          </ac:spMkLst>
        </pc:spChg>
        <pc:spChg chg="add">
          <ac:chgData name="游承叡" userId="658666aa-39a4-4b55-9923-549e28f043d6" providerId="ADAL" clId="{4B12FD75-DEFE-4C60-93EF-D8D1B60C4DFD}" dt="2026-06-09T16:44:05.104" v="187" actId="26606"/>
          <ac:spMkLst>
            <pc:docMk/>
            <pc:sldMk cId="1577659611" sldId="256"/>
            <ac:spMk id="15" creationId="{7653717E-6F8C-43E0-9893-C03AE87D18D6}"/>
          </ac:spMkLst>
        </pc:spChg>
        <pc:spChg chg="add">
          <ac:chgData name="游承叡" userId="658666aa-39a4-4b55-9923-549e28f043d6" providerId="ADAL" clId="{4B12FD75-DEFE-4C60-93EF-D8D1B60C4DFD}" dt="2026-06-09T16:44:05.104" v="187" actId="26606"/>
          <ac:spMkLst>
            <pc:docMk/>
            <pc:sldMk cId="1577659611" sldId="256"/>
            <ac:spMk id="16" creationId="{8E2CC403-21CD-41DF-BAC4-329D7FF03C5C}"/>
          </ac:spMkLst>
        </pc:spChg>
        <pc:spChg chg="add">
          <ac:chgData name="游承叡" userId="658666aa-39a4-4b55-9923-549e28f043d6" providerId="ADAL" clId="{4B12FD75-DEFE-4C60-93EF-D8D1B60C4DFD}" dt="2026-06-09T16:44:05.104" v="187" actId="26606"/>
          <ac:spMkLst>
            <pc:docMk/>
            <pc:sldMk cId="1577659611" sldId="256"/>
            <ac:spMk id="17" creationId="{35BB14B4-EC3F-47C7-9AF3-B0E017B75C42}"/>
          </ac:spMkLst>
        </pc:spChg>
        <pc:grpChg chg="add">
          <ac:chgData name="游承叡" userId="658666aa-39a4-4b55-9923-549e28f043d6" providerId="ADAL" clId="{4B12FD75-DEFE-4C60-93EF-D8D1B60C4DFD}" dt="2026-06-09T16:44:05.104" v="187" actId="26606"/>
          <ac:grpSpMkLst>
            <pc:docMk/>
            <pc:sldMk cId="1577659611" sldId="256"/>
            <ac:grpSpMk id="18" creationId="{B13AA5FE-3FFC-4725-9ADD-E428544EC61B}"/>
          </ac:grpSpMkLst>
        </pc:grpChg>
        <pc:graphicFrameChg chg="add del">
          <ac:chgData name="游承叡" userId="658666aa-39a4-4b55-9923-549e28f043d6" providerId="ADAL" clId="{4B12FD75-DEFE-4C60-93EF-D8D1B60C4DFD}" dt="2026-06-09T16:58:05.623" v="242" actId="478"/>
          <ac:graphicFrameMkLst>
            <pc:docMk/>
            <pc:sldMk cId="1577659611" sldId="256"/>
            <ac:graphicFrameMk id="4" creationId="{EF81B619-1C19-AD02-A349-C2E97B519ED0}"/>
          </ac:graphicFrameMkLst>
        </pc:graphicFrameChg>
        <pc:cxnChg chg="add del">
          <ac:chgData name="游承叡" userId="658666aa-39a4-4b55-9923-549e28f043d6" providerId="ADAL" clId="{4B12FD75-DEFE-4C60-93EF-D8D1B60C4DFD}" dt="2026-06-09T16:44:05.084" v="186" actId="26606"/>
          <ac:cxnSpMkLst>
            <pc:docMk/>
            <pc:sldMk cId="1577659611" sldId="256"/>
            <ac:cxnSpMk id="14" creationId="{F7C8EA93-3210-4C62-99E9-153C275E3A87}"/>
          </ac:cxnSpMkLst>
        </pc:cxnChg>
      </pc:sldChg>
      <pc:sldChg chg="modSp new del mod ord">
        <pc:chgData name="游承叡" userId="658666aa-39a4-4b55-9923-549e28f043d6" providerId="ADAL" clId="{4B12FD75-DEFE-4C60-93EF-D8D1B60C4DFD}" dt="2026-06-09T16:40:54.474" v="134" actId="47"/>
        <pc:sldMkLst>
          <pc:docMk/>
          <pc:sldMk cId="3889774209" sldId="257"/>
        </pc:sldMkLst>
        <pc:spChg chg="mod">
          <ac:chgData name="游承叡" userId="658666aa-39a4-4b55-9923-549e28f043d6" providerId="ADAL" clId="{4B12FD75-DEFE-4C60-93EF-D8D1B60C4DFD}" dt="2026-06-09T16:32:45.077" v="114" actId="20577"/>
          <ac:spMkLst>
            <pc:docMk/>
            <pc:sldMk cId="3889774209" sldId="257"/>
            <ac:spMk id="2" creationId="{93FB0B18-7C8C-612F-E434-A87E23A437D6}"/>
          </ac:spMkLst>
        </pc:spChg>
      </pc:sldChg>
      <pc:sldChg chg="addSp modSp new mod ord setBg">
        <pc:chgData name="游承叡" userId="658666aa-39a4-4b55-9923-549e28f043d6" providerId="ADAL" clId="{4B12FD75-DEFE-4C60-93EF-D8D1B60C4DFD}" dt="2026-06-09T16:47:48.700" v="208" actId="1076"/>
        <pc:sldMkLst>
          <pc:docMk/>
          <pc:sldMk cId="4085160309" sldId="258"/>
        </pc:sldMkLst>
        <pc:spChg chg="mod">
          <ac:chgData name="游承叡" userId="658666aa-39a4-4b55-9923-549e28f043d6" providerId="ADAL" clId="{4B12FD75-DEFE-4C60-93EF-D8D1B60C4DFD}" dt="2026-06-09T16:47:48.700" v="208" actId="1076"/>
          <ac:spMkLst>
            <pc:docMk/>
            <pc:sldMk cId="4085160309" sldId="258"/>
            <ac:spMk id="2" creationId="{FF86EE11-8C47-BA32-0635-FDD4E8398AB3}"/>
          </ac:spMkLst>
        </pc:spChg>
        <pc:spChg chg="mod">
          <ac:chgData name="游承叡" userId="658666aa-39a4-4b55-9923-549e28f043d6" providerId="ADAL" clId="{4B12FD75-DEFE-4C60-93EF-D8D1B60C4DFD}" dt="2026-06-09T16:47:34.448" v="207" actId="14100"/>
          <ac:spMkLst>
            <pc:docMk/>
            <pc:sldMk cId="4085160309" sldId="258"/>
            <ac:spMk id="3" creationId="{C06963CC-E569-2860-1805-229C638C0AFC}"/>
          </ac:spMkLst>
        </pc:spChg>
        <pc:spChg chg="add">
          <ac:chgData name="游承叡" userId="658666aa-39a4-4b55-9923-549e28f043d6" providerId="ADAL" clId="{4B12FD75-DEFE-4C60-93EF-D8D1B60C4DFD}" dt="2026-06-09T16:46:27.399" v="200" actId="26606"/>
          <ac:spMkLst>
            <pc:docMk/>
            <pc:sldMk cId="4085160309" sldId="258"/>
            <ac:spMk id="8" creationId="{8B9AA7C6-5E5A-498E-A6DF-A943376E09BC}"/>
          </ac:spMkLst>
        </pc:spChg>
        <pc:spChg chg="add">
          <ac:chgData name="游承叡" userId="658666aa-39a4-4b55-9923-549e28f043d6" providerId="ADAL" clId="{4B12FD75-DEFE-4C60-93EF-D8D1B60C4DFD}" dt="2026-06-09T16:46:27.399" v="200" actId="26606"/>
          <ac:spMkLst>
            <pc:docMk/>
            <pc:sldMk cId="4085160309" sldId="258"/>
            <ac:spMk id="14" creationId="{81E140AE-0ABF-47C8-BF32-7D2F0CF2BA44}"/>
          </ac:spMkLst>
        </pc:spChg>
        <pc:spChg chg="add">
          <ac:chgData name="游承叡" userId="658666aa-39a4-4b55-9923-549e28f043d6" providerId="ADAL" clId="{4B12FD75-DEFE-4C60-93EF-D8D1B60C4DFD}" dt="2026-06-09T16:46:27.399" v="200" actId="26606"/>
          <ac:spMkLst>
            <pc:docMk/>
            <pc:sldMk cId="4085160309" sldId="258"/>
            <ac:spMk id="16" creationId="{CBC4F608-B4B8-48C3-9572-C0F061B1CD99}"/>
          </ac:spMkLst>
        </pc:spChg>
        <pc:grpChg chg="add">
          <ac:chgData name="游承叡" userId="658666aa-39a4-4b55-9923-549e28f043d6" providerId="ADAL" clId="{4B12FD75-DEFE-4C60-93EF-D8D1B60C4DFD}" dt="2026-06-09T16:46:27.399" v="200" actId="26606"/>
          <ac:grpSpMkLst>
            <pc:docMk/>
            <pc:sldMk cId="4085160309" sldId="258"/>
            <ac:grpSpMk id="10" creationId="{83EAB11A-76F7-48F4-9B4F-5BFDF4BF9670}"/>
          </ac:grpSpMkLst>
        </pc:grpChg>
      </pc:sldChg>
      <pc:sldChg chg="delSp modSp new del mod ord modShow">
        <pc:chgData name="游承叡" userId="658666aa-39a4-4b55-9923-549e28f043d6" providerId="ADAL" clId="{4B12FD75-DEFE-4C60-93EF-D8D1B60C4DFD}" dt="2026-06-09T16:42:13.998" v="177" actId="47"/>
        <pc:sldMkLst>
          <pc:docMk/>
          <pc:sldMk cId="16328077" sldId="259"/>
        </pc:sldMkLst>
        <pc:spChg chg="del">
          <ac:chgData name="游承叡" userId="658666aa-39a4-4b55-9923-549e28f043d6" providerId="ADAL" clId="{4B12FD75-DEFE-4C60-93EF-D8D1B60C4DFD}" dt="2026-06-09T16:28:50.556" v="12" actId="478"/>
          <ac:spMkLst>
            <pc:docMk/>
            <pc:sldMk cId="16328077" sldId="259"/>
            <ac:spMk id="2" creationId="{F43DCE4E-DB6A-9373-EEDD-1C2612FE8E87}"/>
          </ac:spMkLst>
        </pc:spChg>
        <pc:spChg chg="mod">
          <ac:chgData name="游承叡" userId="658666aa-39a4-4b55-9923-549e28f043d6" providerId="ADAL" clId="{4B12FD75-DEFE-4C60-93EF-D8D1B60C4DFD}" dt="2026-06-09T16:28:46.210" v="11" actId="27636"/>
          <ac:spMkLst>
            <pc:docMk/>
            <pc:sldMk cId="16328077" sldId="259"/>
            <ac:spMk id="3" creationId="{DEEE39F0-C29F-D845-BB33-0BB394D38CFD}"/>
          </ac:spMkLst>
        </pc:spChg>
      </pc:sldChg>
      <pc:sldChg chg="modSp new del mod ord">
        <pc:chgData name="游承叡" userId="658666aa-39a4-4b55-9923-549e28f043d6" providerId="ADAL" clId="{4B12FD75-DEFE-4C60-93EF-D8D1B60C4DFD}" dt="2026-06-09T16:40:53.297" v="133" actId="47"/>
        <pc:sldMkLst>
          <pc:docMk/>
          <pc:sldMk cId="1725508656" sldId="260"/>
        </pc:sldMkLst>
        <pc:spChg chg="mod">
          <ac:chgData name="游承叡" userId="658666aa-39a4-4b55-9923-549e28f043d6" providerId="ADAL" clId="{4B12FD75-DEFE-4C60-93EF-D8D1B60C4DFD}" dt="2026-06-09T16:31:23.766" v="89" actId="20577"/>
          <ac:spMkLst>
            <pc:docMk/>
            <pc:sldMk cId="1725508656" sldId="260"/>
            <ac:spMk id="2" creationId="{C75494A1-8E31-AEC7-3DD3-E96CE1CA1C08}"/>
          </ac:spMkLst>
        </pc:spChg>
      </pc:sldChg>
      <pc:sldChg chg="modSp new del mod ord">
        <pc:chgData name="游承叡" userId="658666aa-39a4-4b55-9923-549e28f043d6" providerId="ADAL" clId="{4B12FD75-DEFE-4C60-93EF-D8D1B60C4DFD}" dt="2026-06-09T16:41:06.535" v="136" actId="47"/>
        <pc:sldMkLst>
          <pc:docMk/>
          <pc:sldMk cId="816701900" sldId="261"/>
        </pc:sldMkLst>
        <pc:spChg chg="mod">
          <ac:chgData name="游承叡" userId="658666aa-39a4-4b55-9923-549e28f043d6" providerId="ADAL" clId="{4B12FD75-DEFE-4C60-93EF-D8D1B60C4DFD}" dt="2026-06-09T16:32:11.860" v="91"/>
          <ac:spMkLst>
            <pc:docMk/>
            <pc:sldMk cId="816701900" sldId="261"/>
            <ac:spMk id="2" creationId="{A7D80F9F-3E49-A032-0BD9-0A7E3639B2CE}"/>
          </ac:spMkLst>
        </pc:spChg>
      </pc:sldChg>
      <pc:sldChg chg="modSp new del mod">
        <pc:chgData name="游承叡" userId="658666aa-39a4-4b55-9923-549e28f043d6" providerId="ADAL" clId="{4B12FD75-DEFE-4C60-93EF-D8D1B60C4DFD}" dt="2026-06-09T16:40:55.381" v="135" actId="47"/>
        <pc:sldMkLst>
          <pc:docMk/>
          <pc:sldMk cId="4138068957" sldId="262"/>
        </pc:sldMkLst>
        <pc:spChg chg="mod">
          <ac:chgData name="游承叡" userId="658666aa-39a4-4b55-9923-549e28f043d6" providerId="ADAL" clId="{4B12FD75-DEFE-4C60-93EF-D8D1B60C4DFD}" dt="2026-06-09T16:32:55.167" v="132" actId="20577"/>
          <ac:spMkLst>
            <pc:docMk/>
            <pc:sldMk cId="4138068957" sldId="262"/>
            <ac:spMk id="2" creationId="{A551913D-D0D1-A6C7-F4B6-DAFC8B91991E}"/>
          </ac:spMkLst>
        </pc:spChg>
      </pc:sldChg>
      <pc:sldChg chg="modSp mod">
        <pc:chgData name="游承叡" userId="658666aa-39a4-4b55-9923-549e28f043d6" providerId="ADAL" clId="{4B12FD75-DEFE-4C60-93EF-D8D1B60C4DFD}" dt="2026-06-09T17:01:36.193" v="246" actId="2711"/>
        <pc:sldMkLst>
          <pc:docMk/>
          <pc:sldMk cId="3999336461" sldId="263"/>
        </pc:sldMkLst>
        <pc:spChg chg="mod">
          <ac:chgData name="游承叡" userId="658666aa-39a4-4b55-9923-549e28f043d6" providerId="ADAL" clId="{4B12FD75-DEFE-4C60-93EF-D8D1B60C4DFD}" dt="2026-06-09T17:01:25.557" v="245" actId="2711"/>
          <ac:spMkLst>
            <pc:docMk/>
            <pc:sldMk cId="3999336461" sldId="263"/>
            <ac:spMk id="2" creationId="{B6F37D07-ECF1-8406-7EAC-CB95664D2E49}"/>
          </ac:spMkLst>
        </pc:spChg>
        <pc:graphicFrameChg chg="mod">
          <ac:chgData name="游承叡" userId="658666aa-39a4-4b55-9923-549e28f043d6" providerId="ADAL" clId="{4B12FD75-DEFE-4C60-93EF-D8D1B60C4DFD}" dt="2026-06-09T17:01:36.193" v="246" actId="2711"/>
          <ac:graphicFrameMkLst>
            <pc:docMk/>
            <pc:sldMk cId="3999336461" sldId="263"/>
            <ac:graphicFrameMk id="5" creationId="{EC71F9BD-C28F-5FB9-3D55-DA36BD2AEF84}"/>
          </ac:graphicFrameMkLst>
        </pc:graphicFrameChg>
      </pc:sldChg>
      <pc:sldChg chg="addSp modSp mod">
        <pc:chgData name="游承叡" userId="658666aa-39a4-4b55-9923-549e28f043d6" providerId="ADAL" clId="{4B12FD75-DEFE-4C60-93EF-D8D1B60C4DFD}" dt="2026-06-09T17:02:03.088" v="250" actId="2711"/>
        <pc:sldMkLst>
          <pc:docMk/>
          <pc:sldMk cId="3268255344" sldId="264"/>
        </pc:sldMkLst>
        <pc:spChg chg="mod">
          <ac:chgData name="游承叡" userId="658666aa-39a4-4b55-9923-549e28f043d6" providerId="ADAL" clId="{4B12FD75-DEFE-4C60-93EF-D8D1B60C4DFD}" dt="2026-06-09T17:01:49.418" v="249" actId="2711"/>
          <ac:spMkLst>
            <pc:docMk/>
            <pc:sldMk cId="3268255344" sldId="264"/>
            <ac:spMk id="2" creationId="{1B54A3C9-FF12-2598-4F2F-F75313B2FE50}"/>
          </ac:spMkLst>
        </pc:spChg>
        <pc:spChg chg="add mod">
          <ac:chgData name="游承叡" userId="658666aa-39a4-4b55-9923-549e28f043d6" providerId="ADAL" clId="{4B12FD75-DEFE-4C60-93EF-D8D1B60C4DFD}" dt="2026-06-09T17:01:45.094" v="248" actId="571"/>
          <ac:spMkLst>
            <pc:docMk/>
            <pc:sldMk cId="3268255344" sldId="264"/>
            <ac:spMk id="5" creationId="{0062712D-616E-0A4F-09A4-9BA18808113F}"/>
          </ac:spMkLst>
        </pc:spChg>
        <pc:graphicFrameChg chg="mod">
          <ac:chgData name="游承叡" userId="658666aa-39a4-4b55-9923-549e28f043d6" providerId="ADAL" clId="{4B12FD75-DEFE-4C60-93EF-D8D1B60C4DFD}" dt="2026-06-09T17:02:03.088" v="250" actId="2711"/>
          <ac:graphicFrameMkLst>
            <pc:docMk/>
            <pc:sldMk cId="3268255344" sldId="264"/>
            <ac:graphicFrameMk id="4" creationId="{541ABEA1-E196-4313-510B-025D9F1E469B}"/>
          </ac:graphicFrameMkLst>
        </pc:graphicFrameChg>
        <pc:graphicFrameChg chg="add mod">
          <ac:chgData name="游承叡" userId="658666aa-39a4-4b55-9923-549e28f043d6" providerId="ADAL" clId="{4B12FD75-DEFE-4C60-93EF-D8D1B60C4DFD}" dt="2026-06-09T17:01:45.094" v="248" actId="571"/>
          <ac:graphicFrameMkLst>
            <pc:docMk/>
            <pc:sldMk cId="3268255344" sldId="264"/>
            <ac:graphicFrameMk id="6" creationId="{C25D48BE-65F6-2C5C-45B4-0C4E6130CF69}"/>
          </ac:graphicFrameMkLst>
        </pc:graphicFrameChg>
      </pc:sldChg>
      <pc:sldChg chg="addSp modSp mod">
        <pc:chgData name="游承叡" userId="658666aa-39a4-4b55-9923-549e28f043d6" providerId="ADAL" clId="{4B12FD75-DEFE-4C60-93EF-D8D1B60C4DFD}" dt="2026-06-09T17:02:58.270" v="258" actId="2711"/>
        <pc:sldMkLst>
          <pc:docMk/>
          <pc:sldMk cId="3754737476" sldId="265"/>
        </pc:sldMkLst>
        <pc:spChg chg="mod">
          <ac:chgData name="游承叡" userId="658666aa-39a4-4b55-9923-549e28f043d6" providerId="ADAL" clId="{4B12FD75-DEFE-4C60-93EF-D8D1B60C4DFD}" dt="2026-06-09T17:02:19.285" v="255" actId="2711"/>
          <ac:spMkLst>
            <pc:docMk/>
            <pc:sldMk cId="3754737476" sldId="265"/>
            <ac:spMk id="2" creationId="{916E8262-2F8C-2616-565B-5AA15D483A33}"/>
          </ac:spMkLst>
        </pc:spChg>
        <pc:spChg chg="add mod">
          <ac:chgData name="游承叡" userId="658666aa-39a4-4b55-9923-549e28f043d6" providerId="ADAL" clId="{4B12FD75-DEFE-4C60-93EF-D8D1B60C4DFD}" dt="2026-06-09T17:02:11.596" v="252" actId="571"/>
          <ac:spMkLst>
            <pc:docMk/>
            <pc:sldMk cId="3754737476" sldId="265"/>
            <ac:spMk id="4" creationId="{AAAF5C9A-FA32-0E34-91B8-83EE869CC8EA}"/>
          </ac:spMkLst>
        </pc:spChg>
        <pc:graphicFrameChg chg="add mod">
          <ac:chgData name="游承叡" userId="658666aa-39a4-4b55-9923-549e28f043d6" providerId="ADAL" clId="{4B12FD75-DEFE-4C60-93EF-D8D1B60C4DFD}" dt="2026-06-09T17:02:11.596" v="252" actId="571"/>
          <ac:graphicFrameMkLst>
            <pc:docMk/>
            <pc:sldMk cId="3754737476" sldId="265"/>
            <ac:graphicFrameMk id="5" creationId="{AC0ADC98-6619-BF91-0816-A239A678AD96}"/>
          </ac:graphicFrameMkLst>
        </pc:graphicFrameChg>
        <pc:graphicFrameChg chg="mod">
          <ac:chgData name="游承叡" userId="658666aa-39a4-4b55-9923-549e28f043d6" providerId="ADAL" clId="{4B12FD75-DEFE-4C60-93EF-D8D1B60C4DFD}" dt="2026-06-09T17:02:58.270" v="258" actId="2711"/>
          <ac:graphicFrameMkLst>
            <pc:docMk/>
            <pc:sldMk cId="3754737476" sldId="265"/>
            <ac:graphicFrameMk id="23" creationId="{B8EF3A55-07CF-0A3E-ABD9-03211D4DE22C}"/>
          </ac:graphicFrameMkLst>
        </pc:graphicFrameChg>
        <pc:picChg chg="mod">
          <ac:chgData name="游承叡" userId="658666aa-39a4-4b55-9923-549e28f043d6" providerId="ADAL" clId="{4B12FD75-DEFE-4C60-93EF-D8D1B60C4DFD}" dt="2026-06-09T17:02:14.475" v="254" actId="1076"/>
          <ac:picMkLst>
            <pc:docMk/>
            <pc:sldMk cId="3754737476" sldId="265"/>
            <ac:picMk id="25" creationId="{919453CF-090E-0E4A-B6BD-7B2F76730F8B}"/>
          </ac:picMkLst>
        </pc:picChg>
      </pc:sldChg>
      <pc:sldChg chg="modSp mod">
        <pc:chgData name="游承叡" userId="658666aa-39a4-4b55-9923-549e28f043d6" providerId="ADAL" clId="{4B12FD75-DEFE-4C60-93EF-D8D1B60C4DFD}" dt="2026-06-09T17:03:19.381" v="261" actId="2711"/>
        <pc:sldMkLst>
          <pc:docMk/>
          <pc:sldMk cId="524798821" sldId="266"/>
        </pc:sldMkLst>
        <pc:spChg chg="mod">
          <ac:chgData name="游承叡" userId="658666aa-39a4-4b55-9923-549e28f043d6" providerId="ADAL" clId="{4B12FD75-DEFE-4C60-93EF-D8D1B60C4DFD}" dt="2026-06-09T17:03:06.476" v="259" actId="2711"/>
          <ac:spMkLst>
            <pc:docMk/>
            <pc:sldMk cId="524798821" sldId="266"/>
            <ac:spMk id="2" creationId="{35D01C73-1641-77AA-DB0C-697E9DDE15C5}"/>
          </ac:spMkLst>
        </pc:spChg>
        <pc:spChg chg="mod">
          <ac:chgData name="游承叡" userId="658666aa-39a4-4b55-9923-549e28f043d6" providerId="ADAL" clId="{4B12FD75-DEFE-4C60-93EF-D8D1B60C4DFD}" dt="2026-06-09T17:03:19.381" v="261" actId="2711"/>
          <ac:spMkLst>
            <pc:docMk/>
            <pc:sldMk cId="524798821" sldId="266"/>
            <ac:spMk id="16" creationId="{6366D771-F0BA-B90C-8D8E-5279B28D4E01}"/>
          </ac:spMkLst>
        </pc:spChg>
        <pc:graphicFrameChg chg="mod">
          <ac:chgData name="游承叡" userId="658666aa-39a4-4b55-9923-549e28f043d6" providerId="ADAL" clId="{4B12FD75-DEFE-4C60-93EF-D8D1B60C4DFD}" dt="2026-06-09T17:03:14.743" v="260" actId="2711"/>
          <ac:graphicFrameMkLst>
            <pc:docMk/>
            <pc:sldMk cId="524798821" sldId="266"/>
            <ac:graphicFrameMk id="5" creationId="{8F285B36-B2A7-DC8B-06BC-FA7AE748336F}"/>
          </ac:graphicFrameMkLst>
        </pc:graphicFrameChg>
      </pc:sldChg>
      <pc:sldChg chg="addSp modSp mod">
        <pc:chgData name="游承叡" userId="658666aa-39a4-4b55-9923-549e28f043d6" providerId="ADAL" clId="{4B12FD75-DEFE-4C60-93EF-D8D1B60C4DFD}" dt="2026-06-09T17:03:51.779" v="265" actId="2711"/>
        <pc:sldMkLst>
          <pc:docMk/>
          <pc:sldMk cId="1555048502" sldId="267"/>
        </pc:sldMkLst>
        <pc:spChg chg="mod">
          <ac:chgData name="游承叡" userId="658666aa-39a4-4b55-9923-549e28f043d6" providerId="ADAL" clId="{4B12FD75-DEFE-4C60-93EF-D8D1B60C4DFD}" dt="2026-06-09T17:03:37.357" v="264" actId="2711"/>
          <ac:spMkLst>
            <pc:docMk/>
            <pc:sldMk cId="1555048502" sldId="267"/>
            <ac:spMk id="2" creationId="{6355AB3D-EFBD-C954-FFBB-0EDED2DE1D27}"/>
          </ac:spMkLst>
        </pc:spChg>
        <pc:spChg chg="add mod">
          <ac:chgData name="游承叡" userId="658666aa-39a4-4b55-9923-549e28f043d6" providerId="ADAL" clId="{4B12FD75-DEFE-4C60-93EF-D8D1B60C4DFD}" dt="2026-06-09T17:03:26.357" v="263" actId="571"/>
          <ac:spMkLst>
            <pc:docMk/>
            <pc:sldMk cId="1555048502" sldId="267"/>
            <ac:spMk id="4" creationId="{08618596-AE9A-FC02-114B-09EE9AD1411F}"/>
          </ac:spMkLst>
        </pc:spChg>
        <pc:graphicFrameChg chg="mod">
          <ac:chgData name="游承叡" userId="658666aa-39a4-4b55-9923-549e28f043d6" providerId="ADAL" clId="{4B12FD75-DEFE-4C60-93EF-D8D1B60C4DFD}" dt="2026-06-09T17:03:51.779" v="265" actId="2711"/>
          <ac:graphicFrameMkLst>
            <pc:docMk/>
            <pc:sldMk cId="1555048502" sldId="267"/>
            <ac:graphicFrameMk id="5" creationId="{EAA3CF68-E6AF-2FB1-B169-593842DF8D48}"/>
          </ac:graphicFrameMkLst>
        </pc:graphicFrameChg>
        <pc:graphicFrameChg chg="add mod">
          <ac:chgData name="游承叡" userId="658666aa-39a4-4b55-9923-549e28f043d6" providerId="ADAL" clId="{4B12FD75-DEFE-4C60-93EF-D8D1B60C4DFD}" dt="2026-06-09T17:03:26.357" v="263" actId="571"/>
          <ac:graphicFrameMkLst>
            <pc:docMk/>
            <pc:sldMk cId="1555048502" sldId="267"/>
            <ac:graphicFrameMk id="6" creationId="{DBEFC5C4-9C84-2DAE-9F0B-0E3A668C3CA4}"/>
          </ac:graphicFrameMkLst>
        </pc:graphicFrameChg>
      </pc:sldChg>
      <pc:sldChg chg="addSp delSp modSp mod">
        <pc:chgData name="游承叡" userId="658666aa-39a4-4b55-9923-549e28f043d6" providerId="ADAL" clId="{4B12FD75-DEFE-4C60-93EF-D8D1B60C4DFD}" dt="2026-06-09T17:05:28.900" v="276" actId="2711"/>
        <pc:sldMkLst>
          <pc:docMk/>
          <pc:sldMk cId="3854907396" sldId="268"/>
        </pc:sldMkLst>
        <pc:spChg chg="mod">
          <ac:chgData name="游承叡" userId="658666aa-39a4-4b55-9923-549e28f043d6" providerId="ADAL" clId="{4B12FD75-DEFE-4C60-93EF-D8D1B60C4DFD}" dt="2026-06-09T17:04:57.483" v="274" actId="2711"/>
          <ac:spMkLst>
            <pc:docMk/>
            <pc:sldMk cId="3854907396" sldId="268"/>
            <ac:spMk id="2" creationId="{B60641B4-9196-5B92-5006-6C9DAC31B47E}"/>
          </ac:spMkLst>
        </pc:spChg>
        <pc:spChg chg="del">
          <ac:chgData name="游承叡" userId="658666aa-39a4-4b55-9923-549e28f043d6" providerId="ADAL" clId="{4B12FD75-DEFE-4C60-93EF-D8D1B60C4DFD}" dt="2026-06-09T16:54:41.404" v="237" actId="478"/>
          <ac:spMkLst>
            <pc:docMk/>
            <pc:sldMk cId="3854907396" sldId="268"/>
            <ac:spMk id="3" creationId="{12506D47-4B04-CA61-7162-C760EE851831}"/>
          </ac:spMkLst>
        </pc:spChg>
        <pc:spChg chg="add mod">
          <ac:chgData name="游承叡" userId="658666aa-39a4-4b55-9923-549e28f043d6" providerId="ADAL" clId="{4B12FD75-DEFE-4C60-93EF-D8D1B60C4DFD}" dt="2026-06-09T17:04:28.104" v="270" actId="571"/>
          <ac:spMkLst>
            <pc:docMk/>
            <pc:sldMk cId="3854907396" sldId="268"/>
            <ac:spMk id="5" creationId="{FF21D1A2-A01A-D36B-1047-E9E1A0886479}"/>
          </ac:spMkLst>
        </pc:spChg>
        <pc:spChg chg="add mod">
          <ac:chgData name="游承叡" userId="658666aa-39a4-4b55-9923-549e28f043d6" providerId="ADAL" clId="{4B12FD75-DEFE-4C60-93EF-D8D1B60C4DFD}" dt="2026-06-09T17:04:33.074" v="272" actId="571"/>
          <ac:spMkLst>
            <pc:docMk/>
            <pc:sldMk cId="3854907396" sldId="268"/>
            <ac:spMk id="7" creationId="{A3F8B549-01D4-84D1-B384-CBD2BA1E30C5}"/>
          </ac:spMkLst>
        </pc:spChg>
        <pc:graphicFrameChg chg="add del mod">
          <ac:chgData name="游承叡" userId="658666aa-39a4-4b55-9923-549e28f043d6" providerId="ADAL" clId="{4B12FD75-DEFE-4C60-93EF-D8D1B60C4DFD}" dt="2026-06-09T17:05:28.900" v="276" actId="2711"/>
          <ac:graphicFrameMkLst>
            <pc:docMk/>
            <pc:sldMk cId="3854907396" sldId="268"/>
            <ac:graphicFrameMk id="4" creationId="{BC3C58BE-3FDE-869D-3255-6F89582D3838}"/>
          </ac:graphicFrameMkLst>
        </pc:graphicFrameChg>
        <pc:graphicFrameChg chg="add mod">
          <ac:chgData name="游承叡" userId="658666aa-39a4-4b55-9923-549e28f043d6" providerId="ADAL" clId="{4B12FD75-DEFE-4C60-93EF-D8D1B60C4DFD}" dt="2026-06-09T17:04:33.074" v="272" actId="571"/>
          <ac:graphicFrameMkLst>
            <pc:docMk/>
            <pc:sldMk cId="3854907396" sldId="268"/>
            <ac:graphicFrameMk id="8" creationId="{E3507BCA-2254-87DA-79C8-7E5E98F4C10D}"/>
          </ac:graphicFrameMkLst>
        </pc:graphicFrameChg>
      </pc:sldChg>
      <pc:sldChg chg="delSp modSp mod">
        <pc:chgData name="游承叡" userId="658666aa-39a4-4b55-9923-549e28f043d6" providerId="ADAL" clId="{4B12FD75-DEFE-4C60-93EF-D8D1B60C4DFD}" dt="2026-06-09T17:04:23.099" v="268" actId="2711"/>
        <pc:sldMkLst>
          <pc:docMk/>
          <pc:sldMk cId="2101325795" sldId="269"/>
        </pc:sldMkLst>
        <pc:spChg chg="del">
          <ac:chgData name="游承叡" userId="658666aa-39a4-4b55-9923-549e28f043d6" providerId="ADAL" clId="{4B12FD75-DEFE-4C60-93EF-D8D1B60C4DFD}" dt="2026-06-09T16:54:57.328" v="240" actId="478"/>
          <ac:spMkLst>
            <pc:docMk/>
            <pc:sldMk cId="2101325795" sldId="269"/>
            <ac:spMk id="2" creationId="{9799CBF5-30C6-3B96-9E84-3F583A05D3FF}"/>
          </ac:spMkLst>
        </pc:spChg>
        <pc:graphicFrameChg chg="mod">
          <ac:chgData name="游承叡" userId="658666aa-39a4-4b55-9923-549e28f043d6" providerId="ADAL" clId="{4B12FD75-DEFE-4C60-93EF-D8D1B60C4DFD}" dt="2026-06-09T17:04:23.099" v="268" actId="2711"/>
          <ac:graphicFrameMkLst>
            <pc:docMk/>
            <pc:sldMk cId="2101325795" sldId="269"/>
            <ac:graphicFrameMk id="5" creationId="{718BE559-C68C-93BE-37AD-8CDE13BB81A5}"/>
          </ac:graphicFrameMkLst>
        </pc:graphicFrameChg>
      </pc:sldChg>
      <pc:sldChg chg="addSp delSp modSp mod setBg">
        <pc:chgData name="游承叡" userId="658666aa-39a4-4b55-9923-549e28f043d6" providerId="ADAL" clId="{4B12FD75-DEFE-4C60-93EF-D8D1B60C4DFD}" dt="2026-06-09T17:06:14.274" v="281" actId="2711"/>
        <pc:sldMkLst>
          <pc:docMk/>
          <pc:sldMk cId="3758378417" sldId="270"/>
        </pc:sldMkLst>
        <pc:spChg chg="mod">
          <ac:chgData name="游承叡" userId="658666aa-39a4-4b55-9923-549e28f043d6" providerId="ADAL" clId="{4B12FD75-DEFE-4C60-93EF-D8D1B60C4DFD}" dt="2026-06-09T17:05:37.622" v="277" actId="2711"/>
          <ac:spMkLst>
            <pc:docMk/>
            <pc:sldMk cId="3758378417" sldId="270"/>
            <ac:spMk id="2" creationId="{F5B6C694-A8E4-1DE4-D3B0-85D75B03D7C2}"/>
          </ac:spMkLst>
        </pc:spChg>
        <pc:spChg chg="del mod">
          <ac:chgData name="游承叡" userId="658666aa-39a4-4b55-9923-549e28f043d6" providerId="ADAL" clId="{4B12FD75-DEFE-4C60-93EF-D8D1B60C4DFD}" dt="2026-06-09T16:43:05.527" v="182" actId="26606"/>
          <ac:spMkLst>
            <pc:docMk/>
            <pc:sldMk cId="3758378417" sldId="270"/>
            <ac:spMk id="3" creationId="{A493BEBC-48A3-988E-C577-66014468968D}"/>
          </ac:spMkLst>
        </pc:spChg>
        <pc:spChg chg="add del">
          <ac:chgData name="游承叡" userId="658666aa-39a4-4b55-9923-549e28f043d6" providerId="ADAL" clId="{4B12FD75-DEFE-4C60-93EF-D8D1B60C4DFD}" dt="2026-06-09T16:43:05.510" v="181" actId="26606"/>
          <ac:spMkLst>
            <pc:docMk/>
            <pc:sldMk cId="3758378417" sldId="270"/>
            <ac:spMk id="8" creationId="{1B15ED52-F352-441B-82BF-E0EA34836D08}"/>
          </ac:spMkLst>
        </pc:spChg>
        <pc:spChg chg="add">
          <ac:chgData name="游承叡" userId="658666aa-39a4-4b55-9923-549e28f043d6" providerId="ADAL" clId="{4B12FD75-DEFE-4C60-93EF-D8D1B60C4DFD}" dt="2026-06-09T16:43:05.527" v="182" actId="26606"/>
          <ac:spMkLst>
            <pc:docMk/>
            <pc:sldMk cId="3758378417" sldId="270"/>
            <ac:spMk id="9" creationId="{A1F6BF70-C7D1-4AF9-8DB4-BEEB8A9C3529}"/>
          </ac:spMkLst>
        </pc:spChg>
        <pc:spChg chg="add del">
          <ac:chgData name="游承叡" userId="658666aa-39a4-4b55-9923-549e28f043d6" providerId="ADAL" clId="{4B12FD75-DEFE-4C60-93EF-D8D1B60C4DFD}" dt="2026-06-09T16:43:05.510" v="181" actId="26606"/>
          <ac:spMkLst>
            <pc:docMk/>
            <pc:sldMk cId="3758378417" sldId="270"/>
            <ac:spMk id="10" creationId="{3B2E3793-BFE6-45A2-9B7B-E18844431C99}"/>
          </ac:spMkLst>
        </pc:spChg>
        <pc:spChg chg="add del">
          <ac:chgData name="游承叡" userId="658666aa-39a4-4b55-9923-549e28f043d6" providerId="ADAL" clId="{4B12FD75-DEFE-4C60-93EF-D8D1B60C4DFD}" dt="2026-06-09T16:43:05.510" v="181" actId="26606"/>
          <ac:spMkLst>
            <pc:docMk/>
            <pc:sldMk cId="3758378417" sldId="270"/>
            <ac:spMk id="12" creationId="{BC4C4868-CB8F-4AF9-9CDB-8108F2C19B67}"/>
          </ac:spMkLst>
        </pc:spChg>
        <pc:spChg chg="add del">
          <ac:chgData name="游承叡" userId="658666aa-39a4-4b55-9923-549e28f043d6" providerId="ADAL" clId="{4B12FD75-DEFE-4C60-93EF-D8D1B60C4DFD}" dt="2026-06-09T16:43:05.510" v="181" actId="26606"/>
          <ac:spMkLst>
            <pc:docMk/>
            <pc:sldMk cId="3758378417" sldId="270"/>
            <ac:spMk id="14" creationId="{375E0459-6403-40CD-989D-56A4407CA12E}"/>
          </ac:spMkLst>
        </pc:spChg>
        <pc:spChg chg="add">
          <ac:chgData name="游承叡" userId="658666aa-39a4-4b55-9923-549e28f043d6" providerId="ADAL" clId="{4B12FD75-DEFE-4C60-93EF-D8D1B60C4DFD}" dt="2026-06-09T16:43:05.527" v="182" actId="26606"/>
          <ac:spMkLst>
            <pc:docMk/>
            <pc:sldMk cId="3758378417" sldId="270"/>
            <ac:spMk id="15" creationId="{2C1BBA94-3F40-40AA-8BB9-E69E25E537C1}"/>
          </ac:spMkLst>
        </pc:spChg>
        <pc:spChg chg="add del">
          <ac:chgData name="游承叡" userId="658666aa-39a4-4b55-9923-549e28f043d6" providerId="ADAL" clId="{4B12FD75-DEFE-4C60-93EF-D8D1B60C4DFD}" dt="2026-06-09T16:43:05.510" v="181" actId="26606"/>
          <ac:spMkLst>
            <pc:docMk/>
            <pc:sldMk cId="3758378417" sldId="270"/>
            <ac:spMk id="16" creationId="{53E5B1A8-3AC9-4BD1-9BBC-78CA94F2D1BA}"/>
          </ac:spMkLst>
        </pc:spChg>
        <pc:grpChg chg="add">
          <ac:chgData name="游承叡" userId="658666aa-39a4-4b55-9923-549e28f043d6" providerId="ADAL" clId="{4B12FD75-DEFE-4C60-93EF-D8D1B60C4DFD}" dt="2026-06-09T16:43:05.527" v="182" actId="26606"/>
          <ac:grpSpMkLst>
            <pc:docMk/>
            <pc:sldMk cId="3758378417" sldId="270"/>
            <ac:grpSpMk id="11" creationId="{0C66A8B6-1F6E-4FCC-93B9-B9986B6FD111}"/>
          </ac:grpSpMkLst>
        </pc:grpChg>
        <pc:graphicFrameChg chg="add mod modGraphic">
          <ac:chgData name="游承叡" userId="658666aa-39a4-4b55-9923-549e28f043d6" providerId="ADAL" clId="{4B12FD75-DEFE-4C60-93EF-D8D1B60C4DFD}" dt="2026-06-09T17:06:14.274" v="281" actId="2711"/>
          <ac:graphicFrameMkLst>
            <pc:docMk/>
            <pc:sldMk cId="3758378417" sldId="270"/>
            <ac:graphicFrameMk id="5" creationId="{5079DF20-C322-6012-7999-C84BFD27B689}"/>
          </ac:graphicFrameMkLst>
        </pc:graphicFrameChg>
      </pc:sldChg>
      <pc:sldChg chg="addSp delSp modSp mod setBg">
        <pc:chgData name="游承叡" userId="658666aa-39a4-4b55-9923-549e28f043d6" providerId="ADAL" clId="{4B12FD75-DEFE-4C60-93EF-D8D1B60C4DFD}" dt="2026-06-09T17:06:28.501" v="283" actId="2711"/>
        <pc:sldMkLst>
          <pc:docMk/>
          <pc:sldMk cId="1601761790" sldId="271"/>
        </pc:sldMkLst>
        <pc:spChg chg="mod">
          <ac:chgData name="游承叡" userId="658666aa-39a4-4b55-9923-549e28f043d6" providerId="ADAL" clId="{4B12FD75-DEFE-4C60-93EF-D8D1B60C4DFD}" dt="2026-06-09T17:06:28.501" v="283" actId="2711"/>
          <ac:spMkLst>
            <pc:docMk/>
            <pc:sldMk cId="1601761790" sldId="271"/>
            <ac:spMk id="2" creationId="{B5362D4B-F068-2FF2-84ED-C664BD56CDB0}"/>
          </ac:spMkLst>
        </pc:spChg>
        <pc:spChg chg="del">
          <ac:chgData name="游承叡" userId="658666aa-39a4-4b55-9923-549e28f043d6" providerId="ADAL" clId="{4B12FD75-DEFE-4C60-93EF-D8D1B60C4DFD}" dt="2026-06-09T16:42:44.693" v="179" actId="26606"/>
          <ac:spMkLst>
            <pc:docMk/>
            <pc:sldMk cId="1601761790" sldId="271"/>
            <ac:spMk id="3" creationId="{C29B97D9-9E57-DAD6-3201-ED66D896533B}"/>
          </ac:spMkLst>
        </pc:spChg>
        <pc:spChg chg="add mod">
          <ac:chgData name="游承叡" userId="658666aa-39a4-4b55-9923-549e28f043d6" providerId="ADAL" clId="{4B12FD75-DEFE-4C60-93EF-D8D1B60C4DFD}" dt="2026-06-09T17:06:02.338" v="280" actId="571"/>
          <ac:spMkLst>
            <pc:docMk/>
            <pc:sldMk cId="1601761790" sldId="271"/>
            <ac:spMk id="4" creationId="{D0EBD5B9-3692-0A63-FCD1-07BD52408AC2}"/>
          </ac:spMkLst>
        </pc:spChg>
        <pc:spChg chg="add">
          <ac:chgData name="游承叡" userId="658666aa-39a4-4b55-9923-549e28f043d6" providerId="ADAL" clId="{4B12FD75-DEFE-4C60-93EF-D8D1B60C4DFD}" dt="2026-06-09T16:42:44.693" v="179" actId="26606"/>
          <ac:spMkLst>
            <pc:docMk/>
            <pc:sldMk cId="1601761790" sldId="271"/>
            <ac:spMk id="9" creationId="{BACC6370-2D7E-4714-9D71-7542949D7D5D}"/>
          </ac:spMkLst>
        </pc:spChg>
        <pc:spChg chg="add">
          <ac:chgData name="游承叡" userId="658666aa-39a4-4b55-9923-549e28f043d6" providerId="ADAL" clId="{4B12FD75-DEFE-4C60-93EF-D8D1B60C4DFD}" dt="2026-06-09T16:42:44.693" v="179" actId="26606"/>
          <ac:spMkLst>
            <pc:docMk/>
            <pc:sldMk cId="1601761790" sldId="271"/>
            <ac:spMk id="11" creationId="{F68B3F68-107C-434F-AA38-110D5EA91B85}"/>
          </ac:spMkLst>
        </pc:spChg>
        <pc:spChg chg="add">
          <ac:chgData name="游承叡" userId="658666aa-39a4-4b55-9923-549e28f043d6" providerId="ADAL" clId="{4B12FD75-DEFE-4C60-93EF-D8D1B60C4DFD}" dt="2026-06-09T16:42:44.693" v="179" actId="26606"/>
          <ac:spMkLst>
            <pc:docMk/>
            <pc:sldMk cId="1601761790" sldId="271"/>
            <ac:spMk id="13" creationId="{AAD0DBB9-1A4B-4391-81D4-CB19F9AB918A}"/>
          </ac:spMkLst>
        </pc:spChg>
        <pc:spChg chg="add">
          <ac:chgData name="游承叡" userId="658666aa-39a4-4b55-9923-549e28f043d6" providerId="ADAL" clId="{4B12FD75-DEFE-4C60-93EF-D8D1B60C4DFD}" dt="2026-06-09T16:42:44.693" v="179" actId="26606"/>
          <ac:spMkLst>
            <pc:docMk/>
            <pc:sldMk cId="1601761790" sldId="271"/>
            <ac:spMk id="15" creationId="{063BBA22-50EA-4C4D-BE05-F1CE4E63AA56}"/>
          </ac:spMkLst>
        </pc:spChg>
        <pc:graphicFrameChg chg="add mod modGraphic">
          <ac:chgData name="游承叡" userId="658666aa-39a4-4b55-9923-549e28f043d6" providerId="ADAL" clId="{4B12FD75-DEFE-4C60-93EF-D8D1B60C4DFD}" dt="2026-06-09T17:06:23.754" v="282" actId="2711"/>
          <ac:graphicFrameMkLst>
            <pc:docMk/>
            <pc:sldMk cId="1601761790" sldId="271"/>
            <ac:graphicFrameMk id="5" creationId="{F5B77C8A-19C5-25FB-7FD6-4A6415159F99}"/>
          </ac:graphicFrameMkLst>
        </pc:graphicFrameChg>
        <pc:graphicFrameChg chg="add mod">
          <ac:chgData name="游承叡" userId="658666aa-39a4-4b55-9923-549e28f043d6" providerId="ADAL" clId="{4B12FD75-DEFE-4C60-93EF-D8D1B60C4DFD}" dt="2026-06-09T17:06:02.338" v="280" actId="571"/>
          <ac:graphicFrameMkLst>
            <pc:docMk/>
            <pc:sldMk cId="1601761790" sldId="271"/>
            <ac:graphicFrameMk id="6" creationId="{120CAEC6-1FA1-DCF8-80C0-5011D9A16566}"/>
          </ac:graphicFrameMkLst>
        </pc:graphicFrameChg>
      </pc:sldChg>
      <pc:sldChg chg="addSp delSp modSp mod setBg">
        <pc:chgData name="游承叡" userId="658666aa-39a4-4b55-9923-549e28f043d6" providerId="ADAL" clId="{4B12FD75-DEFE-4C60-93EF-D8D1B60C4DFD}" dt="2026-06-09T17:07:18.004" v="286" actId="2711"/>
        <pc:sldMkLst>
          <pc:docMk/>
          <pc:sldMk cId="3297423509" sldId="272"/>
        </pc:sldMkLst>
        <pc:spChg chg="mod">
          <ac:chgData name="游承叡" userId="658666aa-39a4-4b55-9923-549e28f043d6" providerId="ADAL" clId="{4B12FD75-DEFE-4C60-93EF-D8D1B60C4DFD}" dt="2026-06-09T17:07:03.840" v="285" actId="2711"/>
          <ac:spMkLst>
            <pc:docMk/>
            <pc:sldMk cId="3297423509" sldId="272"/>
            <ac:spMk id="2" creationId="{A40AD395-DEDF-BE2F-B0E7-2A8BCEE4DA99}"/>
          </ac:spMkLst>
        </pc:spChg>
        <pc:spChg chg="del">
          <ac:chgData name="游承叡" userId="658666aa-39a4-4b55-9923-549e28f043d6" providerId="ADAL" clId="{4B12FD75-DEFE-4C60-93EF-D8D1B60C4DFD}" dt="2026-06-09T16:42:37.991" v="178" actId="26606"/>
          <ac:spMkLst>
            <pc:docMk/>
            <pc:sldMk cId="3297423509" sldId="272"/>
            <ac:spMk id="3" creationId="{A8982F35-9D7B-7374-B058-85FABC271050}"/>
          </ac:spMkLst>
        </pc:spChg>
        <pc:spChg chg="add">
          <ac:chgData name="游承叡" userId="658666aa-39a4-4b55-9923-549e28f043d6" providerId="ADAL" clId="{4B12FD75-DEFE-4C60-93EF-D8D1B60C4DFD}" dt="2026-06-09T16:42:37.991" v="178" actId="26606"/>
          <ac:spMkLst>
            <pc:docMk/>
            <pc:sldMk cId="3297423509" sldId="272"/>
            <ac:spMk id="9" creationId="{BACC6370-2D7E-4714-9D71-7542949D7D5D}"/>
          </ac:spMkLst>
        </pc:spChg>
        <pc:spChg chg="add">
          <ac:chgData name="游承叡" userId="658666aa-39a4-4b55-9923-549e28f043d6" providerId="ADAL" clId="{4B12FD75-DEFE-4C60-93EF-D8D1B60C4DFD}" dt="2026-06-09T16:42:37.991" v="178" actId="26606"/>
          <ac:spMkLst>
            <pc:docMk/>
            <pc:sldMk cId="3297423509" sldId="272"/>
            <ac:spMk id="11" creationId="{F68B3F68-107C-434F-AA38-110D5EA91B85}"/>
          </ac:spMkLst>
        </pc:spChg>
        <pc:spChg chg="add">
          <ac:chgData name="游承叡" userId="658666aa-39a4-4b55-9923-549e28f043d6" providerId="ADAL" clId="{4B12FD75-DEFE-4C60-93EF-D8D1B60C4DFD}" dt="2026-06-09T16:42:37.991" v="178" actId="26606"/>
          <ac:spMkLst>
            <pc:docMk/>
            <pc:sldMk cId="3297423509" sldId="272"/>
            <ac:spMk id="13" creationId="{AAD0DBB9-1A4B-4391-81D4-CB19F9AB918A}"/>
          </ac:spMkLst>
        </pc:spChg>
        <pc:spChg chg="add">
          <ac:chgData name="游承叡" userId="658666aa-39a4-4b55-9923-549e28f043d6" providerId="ADAL" clId="{4B12FD75-DEFE-4C60-93EF-D8D1B60C4DFD}" dt="2026-06-09T16:42:37.991" v="178" actId="26606"/>
          <ac:spMkLst>
            <pc:docMk/>
            <pc:sldMk cId="3297423509" sldId="272"/>
            <ac:spMk id="15" creationId="{063BBA22-50EA-4C4D-BE05-F1CE4E63AA56}"/>
          </ac:spMkLst>
        </pc:spChg>
        <pc:graphicFrameChg chg="add mod modGraphic">
          <ac:chgData name="游承叡" userId="658666aa-39a4-4b55-9923-549e28f043d6" providerId="ADAL" clId="{4B12FD75-DEFE-4C60-93EF-D8D1B60C4DFD}" dt="2026-06-09T17:07:18.004" v="286" actId="2711"/>
          <ac:graphicFrameMkLst>
            <pc:docMk/>
            <pc:sldMk cId="3297423509" sldId="272"/>
            <ac:graphicFrameMk id="5" creationId="{E3E0B575-D952-C1D6-228C-F7A589A707A3}"/>
          </ac:graphicFrameMkLst>
        </pc:graphicFrameChg>
      </pc:sldChg>
      <pc:sldChg chg="modSp mod">
        <pc:chgData name="游承叡" userId="658666aa-39a4-4b55-9923-549e28f043d6" providerId="ADAL" clId="{4B12FD75-DEFE-4C60-93EF-D8D1B60C4DFD}" dt="2026-06-09T17:07:23.053" v="287" actId="2711"/>
        <pc:sldMkLst>
          <pc:docMk/>
          <pc:sldMk cId="3520081485" sldId="273"/>
        </pc:sldMkLst>
        <pc:spChg chg="mod">
          <ac:chgData name="游承叡" userId="658666aa-39a4-4b55-9923-549e28f043d6" providerId="ADAL" clId="{4B12FD75-DEFE-4C60-93EF-D8D1B60C4DFD}" dt="2026-06-09T17:07:23.053" v="287" actId="2711"/>
          <ac:spMkLst>
            <pc:docMk/>
            <pc:sldMk cId="3520081485" sldId="273"/>
            <ac:spMk id="2" creationId="{2821D0B0-667C-0FF1-0741-6EDCC3B3C7CA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EDC605-9B40-40A7-8E6C-2ED34D302D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97B9420-8112-42E9-BB84-4A9DBEAE1C2B}">
      <dgm:prSet/>
      <dgm:spPr/>
      <dgm:t>
        <a:bodyPr/>
        <a:lstStyle/>
        <a:p>
          <a:pPr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本質：1 個 Manager 調度 3 個計算節點的分散式排程系統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AEF29AF-AF9A-448A-8582-E89D91078A69}" type="parTrans" cxnId="{051EE444-6E8C-46BF-9B0C-61FC2A570989}">
      <dgm:prSet/>
      <dgm:spPr/>
      <dgm:t>
        <a:bodyPr/>
        <a:lstStyle/>
        <a:p>
          <a:endParaRPr lang="en-US"/>
        </a:p>
      </dgm:t>
    </dgm:pt>
    <dgm:pt modelId="{91592C62-4BF7-4ACA-8201-F54DFA8673B0}" type="sibTrans" cxnId="{051EE444-6E8C-46BF-9B0C-61FC2A570989}">
      <dgm:prSet/>
      <dgm:spPr/>
      <dgm:t>
        <a:bodyPr/>
        <a:lstStyle/>
        <a:p>
          <a:endParaRPr lang="en-US"/>
        </a:p>
      </dgm:t>
    </dgm:pt>
    <dgm:pt modelId="{6EC0D0CF-7D36-44CE-95C5-C58F5139F447}">
      <dgm:prSet/>
      <dgm:spPr/>
      <dgm:t>
        <a:bodyPr/>
        <a:lstStyle/>
        <a:p>
          <a:pPr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真正展示：節點心跳與故障偵測、工作狀態機、故障時重分配、資源感知派工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FFB5FF2-75D7-4AE6-AA2F-C50E21ACD15E}" type="parTrans" cxnId="{477DA005-B075-4F90-BD7F-F1D1C9980590}">
      <dgm:prSet/>
      <dgm:spPr/>
      <dgm:t>
        <a:bodyPr/>
        <a:lstStyle/>
        <a:p>
          <a:endParaRPr lang="en-US"/>
        </a:p>
      </dgm:t>
    </dgm:pt>
    <dgm:pt modelId="{3FA4A49D-C471-49E8-B05B-7AEEDB58BF50}" type="sibTrans" cxnId="{477DA005-B075-4F90-BD7F-F1D1C9980590}">
      <dgm:prSet/>
      <dgm:spPr/>
      <dgm:t>
        <a:bodyPr/>
        <a:lstStyle/>
        <a:p>
          <a:endParaRPr lang="en-US"/>
        </a:p>
      </dgm:t>
    </dgm:pt>
    <dgm:pt modelId="{1A01673F-01EA-4F2B-8412-FAED10873CAF}">
      <dgm:prSet/>
      <dgm:spPr/>
      <dgm:t>
        <a:bodyPr/>
        <a:lstStyle/>
        <a:p>
          <a:pPr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為何用 LLM 當負載？推論會吃滿 CPU/RAM，讓監控與調度「有戲可看」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4C285DA-D702-453F-90DC-D786306B2869}" type="parTrans" cxnId="{887FC985-0736-49A8-A130-FF803F4561B2}">
      <dgm:prSet/>
      <dgm:spPr/>
      <dgm:t>
        <a:bodyPr/>
        <a:lstStyle/>
        <a:p>
          <a:endParaRPr lang="en-US"/>
        </a:p>
      </dgm:t>
    </dgm:pt>
    <dgm:pt modelId="{BD94AC26-BB52-4840-8CBC-E86220C96321}" type="sibTrans" cxnId="{887FC985-0736-49A8-A130-FF803F4561B2}">
      <dgm:prSet/>
      <dgm:spPr/>
      <dgm:t>
        <a:bodyPr/>
        <a:lstStyle/>
        <a:p>
          <a:endParaRPr lang="en-US"/>
        </a:p>
      </dgm:t>
    </dgm:pt>
    <dgm:pt modelId="{1350FED2-E9B6-4C18-B597-31AA05CCD1D9}" type="pres">
      <dgm:prSet presAssocID="{A4EDC605-9B40-40A7-8E6C-2ED34D302D21}" presName="linear" presStyleCnt="0">
        <dgm:presLayoutVars>
          <dgm:animLvl val="lvl"/>
          <dgm:resizeHandles val="exact"/>
        </dgm:presLayoutVars>
      </dgm:prSet>
      <dgm:spPr/>
    </dgm:pt>
    <dgm:pt modelId="{33BEA255-1AB5-491F-A1A7-36D91F51E577}" type="pres">
      <dgm:prSet presAssocID="{897B9420-8112-42E9-BB84-4A9DBEAE1C2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B5BF9D4-02FC-4828-9048-7B1CDAC5585A}" type="pres">
      <dgm:prSet presAssocID="{91592C62-4BF7-4ACA-8201-F54DFA8673B0}" presName="spacer" presStyleCnt="0"/>
      <dgm:spPr/>
    </dgm:pt>
    <dgm:pt modelId="{CC1BBDFB-797D-4D39-ACDD-8D5B8EDA602C}" type="pres">
      <dgm:prSet presAssocID="{6EC0D0CF-7D36-44CE-95C5-C58F5139F44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80A21C-A041-4850-9B1A-514CDFC4F60D}" type="pres">
      <dgm:prSet presAssocID="{3FA4A49D-C471-49E8-B05B-7AEEDB58BF50}" presName="spacer" presStyleCnt="0"/>
      <dgm:spPr/>
    </dgm:pt>
    <dgm:pt modelId="{4720FBD6-E56F-4F05-A0B6-4F67328EBEA4}" type="pres">
      <dgm:prSet presAssocID="{1A01673F-01EA-4F2B-8412-FAED10873CA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77DA005-B075-4F90-BD7F-F1D1C9980590}" srcId="{A4EDC605-9B40-40A7-8E6C-2ED34D302D21}" destId="{6EC0D0CF-7D36-44CE-95C5-C58F5139F447}" srcOrd="1" destOrd="0" parTransId="{2FFB5FF2-75D7-4AE6-AA2F-C50E21ACD15E}" sibTransId="{3FA4A49D-C471-49E8-B05B-7AEEDB58BF50}"/>
    <dgm:cxn modelId="{051EE444-6E8C-46BF-9B0C-61FC2A570989}" srcId="{A4EDC605-9B40-40A7-8E6C-2ED34D302D21}" destId="{897B9420-8112-42E9-BB84-4A9DBEAE1C2B}" srcOrd="0" destOrd="0" parTransId="{5AEF29AF-AF9A-448A-8582-E89D91078A69}" sibTransId="{91592C62-4BF7-4ACA-8201-F54DFA8673B0}"/>
    <dgm:cxn modelId="{4AF20972-51D8-4275-A0D9-6EB54D99EE43}" type="presOf" srcId="{6EC0D0CF-7D36-44CE-95C5-C58F5139F447}" destId="{CC1BBDFB-797D-4D39-ACDD-8D5B8EDA602C}" srcOrd="0" destOrd="0" presId="urn:microsoft.com/office/officeart/2005/8/layout/vList2"/>
    <dgm:cxn modelId="{887FC985-0736-49A8-A130-FF803F4561B2}" srcId="{A4EDC605-9B40-40A7-8E6C-2ED34D302D21}" destId="{1A01673F-01EA-4F2B-8412-FAED10873CAF}" srcOrd="2" destOrd="0" parTransId="{84C285DA-D702-453F-90DC-D786306B2869}" sibTransId="{BD94AC26-BB52-4840-8CBC-E86220C96321}"/>
    <dgm:cxn modelId="{FCB1229F-E435-4F03-AB16-F9FA761AD617}" type="presOf" srcId="{1A01673F-01EA-4F2B-8412-FAED10873CAF}" destId="{4720FBD6-E56F-4F05-A0B6-4F67328EBEA4}" srcOrd="0" destOrd="0" presId="urn:microsoft.com/office/officeart/2005/8/layout/vList2"/>
    <dgm:cxn modelId="{4E02AEBD-1E95-4F92-A35F-A0A6547CCB63}" type="presOf" srcId="{A4EDC605-9B40-40A7-8E6C-2ED34D302D21}" destId="{1350FED2-E9B6-4C18-B597-31AA05CCD1D9}" srcOrd="0" destOrd="0" presId="urn:microsoft.com/office/officeart/2005/8/layout/vList2"/>
    <dgm:cxn modelId="{295231F7-F59A-47F0-A034-53150D9C8D0D}" type="presOf" srcId="{897B9420-8112-42E9-BB84-4A9DBEAE1C2B}" destId="{33BEA255-1AB5-491F-A1A7-36D91F51E577}" srcOrd="0" destOrd="0" presId="urn:microsoft.com/office/officeart/2005/8/layout/vList2"/>
    <dgm:cxn modelId="{42125F2C-77B3-4C54-B9D1-67D52C4C8E4B}" type="presParOf" srcId="{1350FED2-E9B6-4C18-B597-31AA05CCD1D9}" destId="{33BEA255-1AB5-491F-A1A7-36D91F51E577}" srcOrd="0" destOrd="0" presId="urn:microsoft.com/office/officeart/2005/8/layout/vList2"/>
    <dgm:cxn modelId="{197E89E9-E6B6-4F7D-AA36-CE0A9FD09FC0}" type="presParOf" srcId="{1350FED2-E9B6-4C18-B597-31AA05CCD1D9}" destId="{5B5BF9D4-02FC-4828-9048-7B1CDAC5585A}" srcOrd="1" destOrd="0" presId="urn:microsoft.com/office/officeart/2005/8/layout/vList2"/>
    <dgm:cxn modelId="{E243F430-C42F-4D2C-9E4A-7AB8342D0B20}" type="presParOf" srcId="{1350FED2-E9B6-4C18-B597-31AA05CCD1D9}" destId="{CC1BBDFB-797D-4D39-ACDD-8D5B8EDA602C}" srcOrd="2" destOrd="0" presId="urn:microsoft.com/office/officeart/2005/8/layout/vList2"/>
    <dgm:cxn modelId="{60993D23-03F3-4A25-A93D-C8241FFC8DC1}" type="presParOf" srcId="{1350FED2-E9B6-4C18-B597-31AA05CCD1D9}" destId="{9980A21C-A041-4850-9B1A-514CDFC4F60D}" srcOrd="3" destOrd="0" presId="urn:microsoft.com/office/officeart/2005/8/layout/vList2"/>
    <dgm:cxn modelId="{98454F87-9E7B-4D23-9C94-88525FAE15DA}" type="presParOf" srcId="{1350FED2-E9B6-4C18-B597-31AA05CCD1D9}" destId="{4720FBD6-E56F-4F05-A0B6-4F67328EBEA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E68BAE-3075-4894-9E02-C289981BDE52}" type="doc">
      <dgm:prSet loTypeId="urn:microsoft.com/office/officeart/2005/8/layout/h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5856B96A-1D6F-46F0-A030-665028FD0BAE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Manager（5000）</a:t>
          </a:r>
          <a:endParaRPr lang="en-US" altLang="zh-TW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EA53339-5586-4BA2-B20D-BE5D342FC5D8}" type="parTrans" cxnId="{F4F15B02-29CE-4489-82EA-1808C55801DA}">
      <dgm:prSet/>
      <dgm:spPr/>
      <dgm:t>
        <a:bodyPr/>
        <a:lstStyle/>
        <a:p>
          <a:endParaRPr lang="zh-TW" altLang="en-US"/>
        </a:p>
      </dgm:t>
    </dgm:pt>
    <dgm:pt modelId="{B0FA1E19-7F64-4603-8EBD-CFBD21889D10}" type="sibTrans" cxnId="{F4F15B02-29CE-4489-82EA-1808C55801DA}">
      <dgm:prSet/>
      <dgm:spPr/>
      <dgm:t>
        <a:bodyPr/>
        <a:lstStyle/>
        <a:p>
          <a:endParaRPr lang="zh-TW" altLang="en-US"/>
        </a:p>
      </dgm:t>
    </dgm:pt>
    <dgm:pt modelId="{D222E429-31C3-4B67-BC28-2717162EDD80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Worker2 中道姐（6002）</a:t>
          </a:r>
          <a:endParaRPr lang="en-US" altLang="zh-TW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FB831D5-0B13-4343-85D4-27F64015FBEA}" type="parTrans" cxnId="{FDCF9E5C-C9D5-48F5-8605-3CD9EE904A3B}">
      <dgm:prSet/>
      <dgm:spPr/>
      <dgm:t>
        <a:bodyPr/>
        <a:lstStyle/>
        <a:p>
          <a:endParaRPr lang="zh-TW" altLang="en-US"/>
        </a:p>
      </dgm:t>
    </dgm:pt>
    <dgm:pt modelId="{5444A0BD-E6AA-4550-A7A5-5678C42E6B7A}" type="sibTrans" cxnId="{FDCF9E5C-C9D5-48F5-8605-3CD9EE904A3B}">
      <dgm:prSet/>
      <dgm:spPr/>
      <dgm:t>
        <a:bodyPr/>
        <a:lstStyle/>
        <a:p>
          <a:endParaRPr lang="zh-TW" altLang="en-US"/>
        </a:p>
      </dgm:t>
    </dgm:pt>
    <dgm:pt modelId="{DF988E7B-C145-48FA-8D8D-E4FEF2C77EC6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Worker1 穩健哥（6001）</a:t>
          </a:r>
          <a:endParaRPr lang="en-US" altLang="zh-TW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66AD859C-9131-4AA8-A186-C5E4E914B56B}" type="parTrans" cxnId="{5B4BB6F9-9CF4-449B-86E0-539F441C8030}">
      <dgm:prSet/>
      <dgm:spPr/>
      <dgm:t>
        <a:bodyPr/>
        <a:lstStyle/>
        <a:p>
          <a:endParaRPr lang="zh-TW" altLang="en-US"/>
        </a:p>
      </dgm:t>
    </dgm:pt>
    <dgm:pt modelId="{D12D7E78-FFF0-49B1-836F-787DB6052AD2}" type="sibTrans" cxnId="{5B4BB6F9-9CF4-449B-86E0-539F441C8030}">
      <dgm:prSet/>
      <dgm:spPr/>
      <dgm:t>
        <a:bodyPr/>
        <a:lstStyle/>
        <a:p>
          <a:endParaRPr lang="zh-TW" altLang="en-US"/>
        </a:p>
      </dgm:t>
    </dgm:pt>
    <dgm:pt modelId="{E856BF29-BD2C-4330-A148-6AF952854F78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Worker3 衝勁王（6003）</a:t>
          </a:r>
          <a:endParaRPr lang="en-US" altLang="zh-TW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354D78AD-E93C-4FE3-997C-E617B95F9611}" type="parTrans" cxnId="{817E0B1E-30A5-46AB-821F-577924A4DEF7}">
      <dgm:prSet/>
      <dgm:spPr/>
      <dgm:t>
        <a:bodyPr/>
        <a:lstStyle/>
        <a:p>
          <a:endParaRPr lang="zh-TW" altLang="en-US"/>
        </a:p>
      </dgm:t>
    </dgm:pt>
    <dgm:pt modelId="{6F68D0BF-D010-4862-9CB5-64066B597728}" type="sibTrans" cxnId="{817E0B1E-30A5-46AB-821F-577924A4DEF7}">
      <dgm:prSet/>
      <dgm:spPr/>
      <dgm:t>
        <a:bodyPr/>
        <a:lstStyle/>
        <a:p>
          <a:endParaRPr lang="zh-TW" altLang="en-US"/>
        </a:p>
      </dgm:t>
    </dgm:pt>
    <dgm:pt modelId="{D28C75FB-F549-47BC-9848-270B842BFBC4}" type="pres">
      <dgm:prSet presAssocID="{1FE68BAE-3075-4894-9E02-C289981BDE52}" presName="composite" presStyleCnt="0">
        <dgm:presLayoutVars>
          <dgm:chMax val="1"/>
          <dgm:dir/>
          <dgm:resizeHandles val="exact"/>
        </dgm:presLayoutVars>
      </dgm:prSet>
      <dgm:spPr/>
    </dgm:pt>
    <dgm:pt modelId="{DF14F369-BEF1-48A9-B9E2-7D0A7FEBCC93}" type="pres">
      <dgm:prSet presAssocID="{5856B96A-1D6F-46F0-A030-665028FD0BAE}" presName="roof" presStyleLbl="dkBgShp" presStyleIdx="0" presStyleCnt="2"/>
      <dgm:spPr/>
    </dgm:pt>
    <dgm:pt modelId="{235B79BF-3C99-470C-81D8-88FFFBEFF039}" type="pres">
      <dgm:prSet presAssocID="{5856B96A-1D6F-46F0-A030-665028FD0BAE}" presName="pillars" presStyleCnt="0"/>
      <dgm:spPr/>
    </dgm:pt>
    <dgm:pt modelId="{5FB28DC6-A87B-4C32-AC7C-20C7239C8637}" type="pres">
      <dgm:prSet presAssocID="{5856B96A-1D6F-46F0-A030-665028FD0BAE}" presName="pillar1" presStyleLbl="node1" presStyleIdx="0" presStyleCnt="3">
        <dgm:presLayoutVars>
          <dgm:bulletEnabled val="1"/>
        </dgm:presLayoutVars>
      </dgm:prSet>
      <dgm:spPr/>
    </dgm:pt>
    <dgm:pt modelId="{C7B9D8C8-030B-4418-A7EC-C815A9026924}" type="pres">
      <dgm:prSet presAssocID="{D222E429-31C3-4B67-BC28-2717162EDD80}" presName="pillarX" presStyleLbl="node1" presStyleIdx="1" presStyleCnt="3">
        <dgm:presLayoutVars>
          <dgm:bulletEnabled val="1"/>
        </dgm:presLayoutVars>
      </dgm:prSet>
      <dgm:spPr/>
    </dgm:pt>
    <dgm:pt modelId="{9C5E3901-DBF3-4D01-AFA8-87E81C01F733}" type="pres">
      <dgm:prSet presAssocID="{E856BF29-BD2C-4330-A148-6AF952854F78}" presName="pillarX" presStyleLbl="node1" presStyleIdx="2" presStyleCnt="3">
        <dgm:presLayoutVars>
          <dgm:bulletEnabled val="1"/>
        </dgm:presLayoutVars>
      </dgm:prSet>
      <dgm:spPr/>
    </dgm:pt>
    <dgm:pt modelId="{B837C194-A067-449B-9E25-6CD1C142A8AA}" type="pres">
      <dgm:prSet presAssocID="{5856B96A-1D6F-46F0-A030-665028FD0BAE}" presName="base" presStyleLbl="dkBgShp" presStyleIdx="1" presStyleCnt="2"/>
      <dgm:spPr/>
    </dgm:pt>
  </dgm:ptLst>
  <dgm:cxnLst>
    <dgm:cxn modelId="{F4F15B02-29CE-4489-82EA-1808C55801DA}" srcId="{1FE68BAE-3075-4894-9E02-C289981BDE52}" destId="{5856B96A-1D6F-46F0-A030-665028FD0BAE}" srcOrd="0" destOrd="0" parTransId="{7EA53339-5586-4BA2-B20D-BE5D342FC5D8}" sibTransId="{B0FA1E19-7F64-4603-8EBD-CFBD21889D10}"/>
    <dgm:cxn modelId="{6D5D5511-37F1-4C96-B245-21C8E381AD07}" type="presOf" srcId="{E856BF29-BD2C-4330-A148-6AF952854F78}" destId="{9C5E3901-DBF3-4D01-AFA8-87E81C01F733}" srcOrd="0" destOrd="0" presId="urn:microsoft.com/office/officeart/2005/8/layout/hList3"/>
    <dgm:cxn modelId="{817E0B1E-30A5-46AB-821F-577924A4DEF7}" srcId="{5856B96A-1D6F-46F0-A030-665028FD0BAE}" destId="{E856BF29-BD2C-4330-A148-6AF952854F78}" srcOrd="2" destOrd="0" parTransId="{354D78AD-E93C-4FE3-997C-E617B95F9611}" sibTransId="{6F68D0BF-D010-4862-9CB5-64066B597728}"/>
    <dgm:cxn modelId="{2788852A-2112-4675-B727-383AE6E19A74}" type="presOf" srcId="{D222E429-31C3-4B67-BC28-2717162EDD80}" destId="{C7B9D8C8-030B-4418-A7EC-C815A9026924}" srcOrd="0" destOrd="0" presId="urn:microsoft.com/office/officeart/2005/8/layout/hList3"/>
    <dgm:cxn modelId="{FDCF9E5C-C9D5-48F5-8605-3CD9EE904A3B}" srcId="{5856B96A-1D6F-46F0-A030-665028FD0BAE}" destId="{D222E429-31C3-4B67-BC28-2717162EDD80}" srcOrd="1" destOrd="0" parTransId="{AFB831D5-0B13-4343-85D4-27F64015FBEA}" sibTransId="{5444A0BD-E6AA-4550-A7A5-5678C42E6B7A}"/>
    <dgm:cxn modelId="{3E52D99F-725A-4091-9A16-8809BBEB088D}" type="presOf" srcId="{5856B96A-1D6F-46F0-A030-665028FD0BAE}" destId="{DF14F369-BEF1-48A9-B9E2-7D0A7FEBCC93}" srcOrd="0" destOrd="0" presId="urn:microsoft.com/office/officeart/2005/8/layout/hList3"/>
    <dgm:cxn modelId="{648F8BBB-18C1-4B76-A945-D5A5E84C5D0C}" type="presOf" srcId="{1FE68BAE-3075-4894-9E02-C289981BDE52}" destId="{D28C75FB-F549-47BC-9848-270B842BFBC4}" srcOrd="0" destOrd="0" presId="urn:microsoft.com/office/officeart/2005/8/layout/hList3"/>
    <dgm:cxn modelId="{1F26EEBF-9251-4E3F-AC4E-28C5AF2C2489}" type="presOf" srcId="{DF988E7B-C145-48FA-8D8D-E4FEF2C77EC6}" destId="{5FB28DC6-A87B-4C32-AC7C-20C7239C8637}" srcOrd="0" destOrd="0" presId="urn:microsoft.com/office/officeart/2005/8/layout/hList3"/>
    <dgm:cxn modelId="{5B4BB6F9-9CF4-449B-86E0-539F441C8030}" srcId="{5856B96A-1D6F-46F0-A030-665028FD0BAE}" destId="{DF988E7B-C145-48FA-8D8D-E4FEF2C77EC6}" srcOrd="0" destOrd="0" parTransId="{66AD859C-9131-4AA8-A186-C5E4E914B56B}" sibTransId="{D12D7E78-FFF0-49B1-836F-787DB6052AD2}"/>
    <dgm:cxn modelId="{2F9EF548-58BE-4EDE-B921-A83FD66CE94A}" type="presParOf" srcId="{D28C75FB-F549-47BC-9848-270B842BFBC4}" destId="{DF14F369-BEF1-48A9-B9E2-7D0A7FEBCC93}" srcOrd="0" destOrd="0" presId="urn:microsoft.com/office/officeart/2005/8/layout/hList3"/>
    <dgm:cxn modelId="{A56FBF0D-CF9B-40AC-886B-1200A8548352}" type="presParOf" srcId="{D28C75FB-F549-47BC-9848-270B842BFBC4}" destId="{235B79BF-3C99-470C-81D8-88FFFBEFF039}" srcOrd="1" destOrd="0" presId="urn:microsoft.com/office/officeart/2005/8/layout/hList3"/>
    <dgm:cxn modelId="{B5373789-8896-4F99-BE33-56EFF5013B2C}" type="presParOf" srcId="{235B79BF-3C99-470C-81D8-88FFFBEFF039}" destId="{5FB28DC6-A87B-4C32-AC7C-20C7239C8637}" srcOrd="0" destOrd="0" presId="urn:microsoft.com/office/officeart/2005/8/layout/hList3"/>
    <dgm:cxn modelId="{BBB99601-9B66-4C0A-B3E7-882EF90FC56B}" type="presParOf" srcId="{235B79BF-3C99-470C-81D8-88FFFBEFF039}" destId="{C7B9D8C8-030B-4418-A7EC-C815A9026924}" srcOrd="1" destOrd="0" presId="urn:microsoft.com/office/officeart/2005/8/layout/hList3"/>
    <dgm:cxn modelId="{F7388F07-66D2-45AA-A2CB-DB8B1FFD217C}" type="presParOf" srcId="{235B79BF-3C99-470C-81D8-88FFFBEFF039}" destId="{9C5E3901-DBF3-4D01-AFA8-87E81C01F733}" srcOrd="2" destOrd="0" presId="urn:microsoft.com/office/officeart/2005/8/layout/hList3"/>
    <dgm:cxn modelId="{E97353D0-8586-4133-8AD5-2D58358AF8BD}" type="presParOf" srcId="{D28C75FB-F549-47BC-9848-270B842BFBC4}" destId="{B837C194-A067-449B-9E25-6CD1C142A8AA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07B4CF-FC50-4F65-A418-C1990217585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EBDF10-8551-4D93-B289-7E73671AE5BD}">
      <dgm:prSet/>
      <dgm:spPr/>
      <dgm:t>
        <a:bodyPr/>
        <a:lstStyle/>
        <a:p>
          <a:pPr>
            <a:lnSpc>
              <a:spcPct val="100000"/>
            </a:lnSpc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狀態檔（shared）只掛在 Manager，Worker 完全無狀態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73FB2D3-F759-4D85-96C3-007A364C9369}" type="parTrans" cxnId="{950ACE54-ABCE-41C6-9BB2-93944C2F6BA2}">
      <dgm:prSet/>
      <dgm:spPr/>
      <dgm:t>
        <a:bodyPr/>
        <a:lstStyle/>
        <a:p>
          <a:endParaRPr lang="en-US"/>
        </a:p>
      </dgm:t>
    </dgm:pt>
    <dgm:pt modelId="{3880DFDE-3803-4F41-B68F-299C19D4471E}" type="sibTrans" cxnId="{950ACE54-ABCE-41C6-9BB2-93944C2F6B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D1FAC4-9FC0-481F-AC47-68F88C896E8B}">
      <dgm:prSet/>
      <dgm:spPr/>
      <dgm:t>
        <a:bodyPr/>
        <a:lstStyle/>
        <a:p>
          <a:pPr>
            <a:lnSpc>
              <a:spcPct val="100000"/>
            </a:lnSpc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只收「組好的 prompt」，跑完回 callback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E055371-8D21-4549-BAC9-93DC24EF83BD}" type="parTrans" cxnId="{913E768C-54C7-4CF2-A52F-B69F01581CC9}">
      <dgm:prSet/>
      <dgm:spPr/>
      <dgm:t>
        <a:bodyPr/>
        <a:lstStyle/>
        <a:p>
          <a:endParaRPr lang="en-US"/>
        </a:p>
      </dgm:t>
    </dgm:pt>
    <dgm:pt modelId="{F0D0849F-DA1B-4BB9-AB95-A422BBCF98E1}" type="sibTrans" cxnId="{913E768C-54C7-4CF2-A52F-B69F01581C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F817D4-F51B-4EE9-A499-5CDB1BA1BD0F}">
      <dgm:prSet/>
      <dgm:spPr/>
      <dgm:t>
        <a:bodyPr/>
        <a:lstStyle/>
        <a:p>
          <a:pPr>
            <a:lnSpc>
              <a:spcPct val="100000"/>
            </a:lnSpc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因為無狀態 → 可隨時被殺、重啟、增減 → 這是整套容錯的前提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F12DB77C-2A19-4F17-B736-289D1DDB9F9C}" type="parTrans" cxnId="{927FA4FD-DE46-4798-A800-D63C60E186B4}">
      <dgm:prSet/>
      <dgm:spPr/>
      <dgm:t>
        <a:bodyPr/>
        <a:lstStyle/>
        <a:p>
          <a:endParaRPr lang="en-US"/>
        </a:p>
      </dgm:t>
    </dgm:pt>
    <dgm:pt modelId="{9BAEF19A-B5BB-4BF3-A452-07A31F836436}" type="sibTrans" cxnId="{927FA4FD-DE46-4798-A800-D63C60E186B4}">
      <dgm:prSet/>
      <dgm:spPr/>
      <dgm:t>
        <a:bodyPr/>
        <a:lstStyle/>
        <a:p>
          <a:endParaRPr lang="en-US"/>
        </a:p>
      </dgm:t>
    </dgm:pt>
    <dgm:pt modelId="{39D6D2D1-23FA-41A7-A095-F452A234890C}" type="pres">
      <dgm:prSet presAssocID="{5E07B4CF-FC50-4F65-A418-C1990217585E}" presName="root" presStyleCnt="0">
        <dgm:presLayoutVars>
          <dgm:dir/>
          <dgm:resizeHandles val="exact"/>
        </dgm:presLayoutVars>
      </dgm:prSet>
      <dgm:spPr/>
    </dgm:pt>
    <dgm:pt modelId="{5642D525-B4FD-4A51-8A8C-391D5DA1FC5E}" type="pres">
      <dgm:prSet presAssocID="{5E07B4CF-FC50-4F65-A418-C1990217585E}" presName="container" presStyleCnt="0">
        <dgm:presLayoutVars>
          <dgm:dir/>
          <dgm:resizeHandles val="exact"/>
        </dgm:presLayoutVars>
      </dgm:prSet>
      <dgm:spPr/>
    </dgm:pt>
    <dgm:pt modelId="{BEE3EDCE-BFFD-495E-B3EF-0DFF3B4BB76D}" type="pres">
      <dgm:prSet presAssocID="{17EBDF10-8551-4D93-B289-7E73671AE5BD}" presName="compNode" presStyleCnt="0"/>
      <dgm:spPr/>
    </dgm:pt>
    <dgm:pt modelId="{4FBB0AFB-03BF-4299-AC32-B3E95576A106}" type="pres">
      <dgm:prSet presAssocID="{17EBDF10-8551-4D93-B289-7E73671AE5BD}" presName="iconBgRect" presStyleLbl="bgShp" presStyleIdx="0" presStyleCnt="3"/>
      <dgm:spPr/>
    </dgm:pt>
    <dgm:pt modelId="{D729D6C4-6210-4424-8A5E-3508D7EE066A}" type="pres">
      <dgm:prSet presAssocID="{17EBDF10-8551-4D93-B289-7E73671AE5B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3374CA58-0041-41A8-A099-9C9F1F958D5E}" type="pres">
      <dgm:prSet presAssocID="{17EBDF10-8551-4D93-B289-7E73671AE5BD}" presName="spaceRect" presStyleCnt="0"/>
      <dgm:spPr/>
    </dgm:pt>
    <dgm:pt modelId="{4BB752A5-7A5F-48A8-8949-6D44E428CF68}" type="pres">
      <dgm:prSet presAssocID="{17EBDF10-8551-4D93-B289-7E73671AE5BD}" presName="textRect" presStyleLbl="revTx" presStyleIdx="0" presStyleCnt="3">
        <dgm:presLayoutVars>
          <dgm:chMax val="1"/>
          <dgm:chPref val="1"/>
        </dgm:presLayoutVars>
      </dgm:prSet>
      <dgm:spPr/>
    </dgm:pt>
    <dgm:pt modelId="{EAC359B5-D624-4BA0-B0FA-66F1489A7889}" type="pres">
      <dgm:prSet presAssocID="{3880DFDE-3803-4F41-B68F-299C19D4471E}" presName="sibTrans" presStyleLbl="sibTrans2D1" presStyleIdx="0" presStyleCnt="0"/>
      <dgm:spPr/>
    </dgm:pt>
    <dgm:pt modelId="{FE8AE3E4-8266-4265-BAE7-CDA50C96854D}" type="pres">
      <dgm:prSet presAssocID="{BAD1FAC4-9FC0-481F-AC47-68F88C896E8B}" presName="compNode" presStyleCnt="0"/>
      <dgm:spPr/>
    </dgm:pt>
    <dgm:pt modelId="{D6389D70-0781-452B-94CC-BE84DE179EDF}" type="pres">
      <dgm:prSet presAssocID="{BAD1FAC4-9FC0-481F-AC47-68F88C896E8B}" presName="iconBgRect" presStyleLbl="bgShp" presStyleIdx="1" presStyleCnt="3"/>
      <dgm:spPr/>
    </dgm:pt>
    <dgm:pt modelId="{B82D1C5C-8155-4BAC-AEE1-C799929163DA}" type="pres">
      <dgm:prSet presAssocID="{BAD1FAC4-9FC0-481F-AC47-68F88C896E8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FCD6EC5-F227-410F-9767-AD71B83EFA10}" type="pres">
      <dgm:prSet presAssocID="{BAD1FAC4-9FC0-481F-AC47-68F88C896E8B}" presName="spaceRect" presStyleCnt="0"/>
      <dgm:spPr/>
    </dgm:pt>
    <dgm:pt modelId="{57018604-CA67-4F7B-ADD2-8F3864AD4F97}" type="pres">
      <dgm:prSet presAssocID="{BAD1FAC4-9FC0-481F-AC47-68F88C896E8B}" presName="textRect" presStyleLbl="revTx" presStyleIdx="1" presStyleCnt="3">
        <dgm:presLayoutVars>
          <dgm:chMax val="1"/>
          <dgm:chPref val="1"/>
        </dgm:presLayoutVars>
      </dgm:prSet>
      <dgm:spPr/>
    </dgm:pt>
    <dgm:pt modelId="{4A5F4C5C-D992-45D4-AB6D-EA0E67977E76}" type="pres">
      <dgm:prSet presAssocID="{F0D0849F-DA1B-4BB9-AB95-A422BBCF98E1}" presName="sibTrans" presStyleLbl="sibTrans2D1" presStyleIdx="0" presStyleCnt="0"/>
      <dgm:spPr/>
    </dgm:pt>
    <dgm:pt modelId="{B33D1B2A-03BB-43D6-B154-75940F755838}" type="pres">
      <dgm:prSet presAssocID="{07F817D4-F51B-4EE9-A499-5CDB1BA1BD0F}" presName="compNode" presStyleCnt="0"/>
      <dgm:spPr/>
    </dgm:pt>
    <dgm:pt modelId="{145928EF-8D8F-4793-9FDE-B94C3CDC6FD5}" type="pres">
      <dgm:prSet presAssocID="{07F817D4-F51B-4EE9-A499-5CDB1BA1BD0F}" presName="iconBgRect" presStyleLbl="bgShp" presStyleIdx="2" presStyleCnt="3"/>
      <dgm:spPr/>
    </dgm:pt>
    <dgm:pt modelId="{2E18E95A-6B02-4C41-931D-63DFDD5F4D43}" type="pres">
      <dgm:prSet presAssocID="{07F817D4-F51B-4EE9-A499-5CDB1BA1BD0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流程圖"/>
        </a:ext>
      </dgm:extLst>
    </dgm:pt>
    <dgm:pt modelId="{88B02E27-A7ED-49BD-AF3C-B243F8529B18}" type="pres">
      <dgm:prSet presAssocID="{07F817D4-F51B-4EE9-A499-5CDB1BA1BD0F}" presName="spaceRect" presStyleCnt="0"/>
      <dgm:spPr/>
    </dgm:pt>
    <dgm:pt modelId="{98060250-A248-4F1F-A651-A34B34FB0AA7}" type="pres">
      <dgm:prSet presAssocID="{07F817D4-F51B-4EE9-A499-5CDB1BA1BD0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E3DA0C-AEA7-447D-B5BB-3C501D4F5AE9}" type="presOf" srcId="{5E07B4CF-FC50-4F65-A418-C1990217585E}" destId="{39D6D2D1-23FA-41A7-A095-F452A234890C}" srcOrd="0" destOrd="0" presId="urn:microsoft.com/office/officeart/2018/2/layout/IconCircleList"/>
    <dgm:cxn modelId="{8543D135-8C79-4B09-8233-93635B6BA6E6}" type="presOf" srcId="{3880DFDE-3803-4F41-B68F-299C19D4471E}" destId="{EAC359B5-D624-4BA0-B0FA-66F1489A7889}" srcOrd="0" destOrd="0" presId="urn:microsoft.com/office/officeart/2018/2/layout/IconCircleList"/>
    <dgm:cxn modelId="{07A73D3A-7F69-48B4-BB1F-E947D018EE9C}" type="presOf" srcId="{BAD1FAC4-9FC0-481F-AC47-68F88C896E8B}" destId="{57018604-CA67-4F7B-ADD2-8F3864AD4F97}" srcOrd="0" destOrd="0" presId="urn:microsoft.com/office/officeart/2018/2/layout/IconCircleList"/>
    <dgm:cxn modelId="{22BCC95E-DE26-4D52-B9A0-2C66997E5660}" type="presOf" srcId="{17EBDF10-8551-4D93-B289-7E73671AE5BD}" destId="{4BB752A5-7A5F-48A8-8949-6D44E428CF68}" srcOrd="0" destOrd="0" presId="urn:microsoft.com/office/officeart/2018/2/layout/IconCircleList"/>
    <dgm:cxn modelId="{E3D74C4F-16A4-47E1-9796-82690560240E}" type="presOf" srcId="{07F817D4-F51B-4EE9-A499-5CDB1BA1BD0F}" destId="{98060250-A248-4F1F-A651-A34B34FB0AA7}" srcOrd="0" destOrd="0" presId="urn:microsoft.com/office/officeart/2018/2/layout/IconCircleList"/>
    <dgm:cxn modelId="{950ACE54-ABCE-41C6-9BB2-93944C2F6BA2}" srcId="{5E07B4CF-FC50-4F65-A418-C1990217585E}" destId="{17EBDF10-8551-4D93-B289-7E73671AE5BD}" srcOrd="0" destOrd="0" parTransId="{973FB2D3-F759-4D85-96C3-007A364C9369}" sibTransId="{3880DFDE-3803-4F41-B68F-299C19D4471E}"/>
    <dgm:cxn modelId="{913E768C-54C7-4CF2-A52F-B69F01581CC9}" srcId="{5E07B4CF-FC50-4F65-A418-C1990217585E}" destId="{BAD1FAC4-9FC0-481F-AC47-68F88C896E8B}" srcOrd="1" destOrd="0" parTransId="{AE055371-8D21-4549-BAC9-93DC24EF83BD}" sibTransId="{F0D0849F-DA1B-4BB9-AB95-A422BBCF98E1}"/>
    <dgm:cxn modelId="{605BE6E4-B858-411D-8CB5-CC33DE413222}" type="presOf" srcId="{F0D0849F-DA1B-4BB9-AB95-A422BBCF98E1}" destId="{4A5F4C5C-D992-45D4-AB6D-EA0E67977E76}" srcOrd="0" destOrd="0" presId="urn:microsoft.com/office/officeart/2018/2/layout/IconCircleList"/>
    <dgm:cxn modelId="{927FA4FD-DE46-4798-A800-D63C60E186B4}" srcId="{5E07B4CF-FC50-4F65-A418-C1990217585E}" destId="{07F817D4-F51B-4EE9-A499-5CDB1BA1BD0F}" srcOrd="2" destOrd="0" parTransId="{F12DB77C-2A19-4F17-B736-289D1DDB9F9C}" sibTransId="{9BAEF19A-B5BB-4BF3-A452-07A31F836436}"/>
    <dgm:cxn modelId="{538164DD-5284-44F1-828F-73A61B0F70A3}" type="presParOf" srcId="{39D6D2D1-23FA-41A7-A095-F452A234890C}" destId="{5642D525-B4FD-4A51-8A8C-391D5DA1FC5E}" srcOrd="0" destOrd="0" presId="urn:microsoft.com/office/officeart/2018/2/layout/IconCircleList"/>
    <dgm:cxn modelId="{CF77E455-2D63-46F3-8250-07547279E06D}" type="presParOf" srcId="{5642D525-B4FD-4A51-8A8C-391D5DA1FC5E}" destId="{BEE3EDCE-BFFD-495E-B3EF-0DFF3B4BB76D}" srcOrd="0" destOrd="0" presId="urn:microsoft.com/office/officeart/2018/2/layout/IconCircleList"/>
    <dgm:cxn modelId="{6D20A29B-D2CC-4D42-980C-22684FD0BECC}" type="presParOf" srcId="{BEE3EDCE-BFFD-495E-B3EF-0DFF3B4BB76D}" destId="{4FBB0AFB-03BF-4299-AC32-B3E95576A106}" srcOrd="0" destOrd="0" presId="urn:microsoft.com/office/officeart/2018/2/layout/IconCircleList"/>
    <dgm:cxn modelId="{344E985B-5B71-4684-A5F1-A556660C2168}" type="presParOf" srcId="{BEE3EDCE-BFFD-495E-B3EF-0DFF3B4BB76D}" destId="{D729D6C4-6210-4424-8A5E-3508D7EE066A}" srcOrd="1" destOrd="0" presId="urn:microsoft.com/office/officeart/2018/2/layout/IconCircleList"/>
    <dgm:cxn modelId="{4DE360A8-ECAF-4BAD-9CFC-F46B0EF4AFD4}" type="presParOf" srcId="{BEE3EDCE-BFFD-495E-B3EF-0DFF3B4BB76D}" destId="{3374CA58-0041-41A8-A099-9C9F1F958D5E}" srcOrd="2" destOrd="0" presId="urn:microsoft.com/office/officeart/2018/2/layout/IconCircleList"/>
    <dgm:cxn modelId="{A5F4066B-B54B-48F6-ABB2-D0C84AFEC4D0}" type="presParOf" srcId="{BEE3EDCE-BFFD-495E-B3EF-0DFF3B4BB76D}" destId="{4BB752A5-7A5F-48A8-8949-6D44E428CF68}" srcOrd="3" destOrd="0" presId="urn:microsoft.com/office/officeart/2018/2/layout/IconCircleList"/>
    <dgm:cxn modelId="{81CB6B3A-682F-43F2-9E22-D04551322DE1}" type="presParOf" srcId="{5642D525-B4FD-4A51-8A8C-391D5DA1FC5E}" destId="{EAC359B5-D624-4BA0-B0FA-66F1489A7889}" srcOrd="1" destOrd="0" presId="urn:microsoft.com/office/officeart/2018/2/layout/IconCircleList"/>
    <dgm:cxn modelId="{6479B554-9803-44E1-ACFB-C5EAE5949087}" type="presParOf" srcId="{5642D525-B4FD-4A51-8A8C-391D5DA1FC5E}" destId="{FE8AE3E4-8266-4265-BAE7-CDA50C96854D}" srcOrd="2" destOrd="0" presId="urn:microsoft.com/office/officeart/2018/2/layout/IconCircleList"/>
    <dgm:cxn modelId="{AC6B716F-67AA-44F1-A212-C601CB612BBC}" type="presParOf" srcId="{FE8AE3E4-8266-4265-BAE7-CDA50C96854D}" destId="{D6389D70-0781-452B-94CC-BE84DE179EDF}" srcOrd="0" destOrd="0" presId="urn:microsoft.com/office/officeart/2018/2/layout/IconCircleList"/>
    <dgm:cxn modelId="{C48AD1CB-C693-4740-AF92-A5A0C06E8D03}" type="presParOf" srcId="{FE8AE3E4-8266-4265-BAE7-CDA50C96854D}" destId="{B82D1C5C-8155-4BAC-AEE1-C799929163DA}" srcOrd="1" destOrd="0" presId="urn:microsoft.com/office/officeart/2018/2/layout/IconCircleList"/>
    <dgm:cxn modelId="{C00C2694-B2A3-4613-A9D7-BCA43E6C7E55}" type="presParOf" srcId="{FE8AE3E4-8266-4265-BAE7-CDA50C96854D}" destId="{BFCD6EC5-F227-410F-9767-AD71B83EFA10}" srcOrd="2" destOrd="0" presId="urn:microsoft.com/office/officeart/2018/2/layout/IconCircleList"/>
    <dgm:cxn modelId="{504EF2A8-CB2D-4540-BB68-6D17446FD560}" type="presParOf" srcId="{FE8AE3E4-8266-4265-BAE7-CDA50C96854D}" destId="{57018604-CA67-4F7B-ADD2-8F3864AD4F97}" srcOrd="3" destOrd="0" presId="urn:microsoft.com/office/officeart/2018/2/layout/IconCircleList"/>
    <dgm:cxn modelId="{031A09EC-CEF0-43FE-836B-B759EBE60E8E}" type="presParOf" srcId="{5642D525-B4FD-4A51-8A8C-391D5DA1FC5E}" destId="{4A5F4C5C-D992-45D4-AB6D-EA0E67977E76}" srcOrd="3" destOrd="0" presId="urn:microsoft.com/office/officeart/2018/2/layout/IconCircleList"/>
    <dgm:cxn modelId="{6A457DF0-7E55-4706-969C-ED54418CF9EA}" type="presParOf" srcId="{5642D525-B4FD-4A51-8A8C-391D5DA1FC5E}" destId="{B33D1B2A-03BB-43D6-B154-75940F755838}" srcOrd="4" destOrd="0" presId="urn:microsoft.com/office/officeart/2018/2/layout/IconCircleList"/>
    <dgm:cxn modelId="{D1553E2E-07A6-414D-824E-69F2AE87FA5C}" type="presParOf" srcId="{B33D1B2A-03BB-43D6-B154-75940F755838}" destId="{145928EF-8D8F-4793-9FDE-B94C3CDC6FD5}" srcOrd="0" destOrd="0" presId="urn:microsoft.com/office/officeart/2018/2/layout/IconCircleList"/>
    <dgm:cxn modelId="{4A5E2B63-E94E-4996-9B01-5F419F547FA9}" type="presParOf" srcId="{B33D1B2A-03BB-43D6-B154-75940F755838}" destId="{2E18E95A-6B02-4C41-931D-63DFDD5F4D43}" srcOrd="1" destOrd="0" presId="urn:microsoft.com/office/officeart/2018/2/layout/IconCircleList"/>
    <dgm:cxn modelId="{0DE0B500-3C9C-4EFE-822B-C48E82063A08}" type="presParOf" srcId="{B33D1B2A-03BB-43D6-B154-75940F755838}" destId="{88B02E27-A7ED-49BD-AF3C-B243F8529B18}" srcOrd="2" destOrd="0" presId="urn:microsoft.com/office/officeart/2018/2/layout/IconCircleList"/>
    <dgm:cxn modelId="{0A4481CA-5C31-4D2D-806B-97FD7C903A86}" type="presParOf" srcId="{B33D1B2A-03BB-43D6-B154-75940F755838}" destId="{98060250-A248-4F1F-A651-A34B34FB0AA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3A6C06-678A-4EE7-A608-86100A598F42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D82E17-E8EE-4E84-8AAE-BEDD4CB7B0C3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Dispatcher（每 0.5 秒）：派工的心臟——掃佇列、選節點、派工、處理逾時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9CA2CEA-35F1-4382-AB76-8578CB53FC43}" type="parTrans" cxnId="{E5652F63-8955-42E7-AB63-F60D3DC911C9}">
      <dgm:prSet/>
      <dgm:spPr/>
      <dgm:t>
        <a:bodyPr/>
        <a:lstStyle/>
        <a:p>
          <a:endParaRPr lang="en-US"/>
        </a:p>
      </dgm:t>
    </dgm:pt>
    <dgm:pt modelId="{8076D53C-7D76-4101-BFDE-8B8E187B5F39}" type="sibTrans" cxnId="{E5652F63-8955-42E7-AB63-F60D3DC911C9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44488AFD-D436-4DF6-A23E-31D13094E94B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Health Monitor（每 2 秒）：對每個 Worker 打 /ping，維護存活狀態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0131E0E-615F-4FFB-850B-6ECB42C58C80}" type="parTrans" cxnId="{BEB57F65-0015-4DF2-B09A-A8A24201C73E}">
      <dgm:prSet/>
      <dgm:spPr/>
      <dgm:t>
        <a:bodyPr/>
        <a:lstStyle/>
        <a:p>
          <a:endParaRPr lang="en-US"/>
        </a:p>
      </dgm:t>
    </dgm:pt>
    <dgm:pt modelId="{D2818006-8427-4A86-8C3A-4C6132CCC3DF}" type="sibTrans" cxnId="{BEB57F65-0015-4DF2-B09A-A8A24201C73E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B688DD05-0CBF-4F4E-B99D-3240D75F760C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Price Updater（每 5 分鐘 / 可手動）：推進股價，讓顧問績效拉開差距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9175145-4EA6-44FD-9816-934D31481753}" type="parTrans" cxnId="{E980A014-F498-4B10-80D1-9E8CD2C3B309}">
      <dgm:prSet/>
      <dgm:spPr/>
      <dgm:t>
        <a:bodyPr/>
        <a:lstStyle/>
        <a:p>
          <a:endParaRPr lang="en-US"/>
        </a:p>
      </dgm:t>
    </dgm:pt>
    <dgm:pt modelId="{CBA42DBA-A29F-447C-8DD6-0AD377F351C7}" type="sibTrans" cxnId="{E980A014-F498-4B10-80D1-9E8CD2C3B309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51B8FF93-7B3B-4867-A63D-34CFF0F299FF}" type="pres">
      <dgm:prSet presAssocID="{403A6C06-678A-4EE7-A608-86100A598F42}" presName="Name0" presStyleCnt="0">
        <dgm:presLayoutVars>
          <dgm:animLvl val="lvl"/>
          <dgm:resizeHandles val="exact"/>
        </dgm:presLayoutVars>
      </dgm:prSet>
      <dgm:spPr/>
    </dgm:pt>
    <dgm:pt modelId="{72E7A431-6C10-46BF-970D-514528622187}" type="pres">
      <dgm:prSet presAssocID="{0FD82E17-E8EE-4E84-8AAE-BEDD4CB7B0C3}" presName="compositeNode" presStyleCnt="0">
        <dgm:presLayoutVars>
          <dgm:bulletEnabled val="1"/>
        </dgm:presLayoutVars>
      </dgm:prSet>
      <dgm:spPr/>
    </dgm:pt>
    <dgm:pt modelId="{9E641E44-A35E-4F6B-9788-FE8A4E6C5DFA}" type="pres">
      <dgm:prSet presAssocID="{0FD82E17-E8EE-4E84-8AAE-BEDD4CB7B0C3}" presName="bgRect" presStyleLbl="bgAccFollowNode1" presStyleIdx="0" presStyleCnt="3"/>
      <dgm:spPr/>
    </dgm:pt>
    <dgm:pt modelId="{D1CB7A5B-4FD7-4A5A-A4AB-95D3400D6907}" type="pres">
      <dgm:prSet presAssocID="{8076D53C-7D76-4101-BFDE-8B8E187B5F3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BA1AF24-2B60-4D2C-8226-8F4FD5E0EEC7}" type="pres">
      <dgm:prSet presAssocID="{0FD82E17-E8EE-4E84-8AAE-BEDD4CB7B0C3}" presName="bottomLine" presStyleLbl="alignNode1" presStyleIdx="1" presStyleCnt="6">
        <dgm:presLayoutVars/>
      </dgm:prSet>
      <dgm:spPr/>
    </dgm:pt>
    <dgm:pt modelId="{E09A6C79-4230-42AC-B4FE-97DBA55EE673}" type="pres">
      <dgm:prSet presAssocID="{0FD82E17-E8EE-4E84-8AAE-BEDD4CB7B0C3}" presName="nodeText" presStyleLbl="bgAccFollowNode1" presStyleIdx="0" presStyleCnt="3">
        <dgm:presLayoutVars>
          <dgm:bulletEnabled val="1"/>
        </dgm:presLayoutVars>
      </dgm:prSet>
      <dgm:spPr/>
    </dgm:pt>
    <dgm:pt modelId="{0A56D7A0-3431-46B1-A600-4C21D730B92E}" type="pres">
      <dgm:prSet presAssocID="{8076D53C-7D76-4101-BFDE-8B8E187B5F39}" presName="sibTrans" presStyleCnt="0"/>
      <dgm:spPr/>
    </dgm:pt>
    <dgm:pt modelId="{45F65B7F-D3BD-4C0C-853C-4179AC224A4E}" type="pres">
      <dgm:prSet presAssocID="{44488AFD-D436-4DF6-A23E-31D13094E94B}" presName="compositeNode" presStyleCnt="0">
        <dgm:presLayoutVars>
          <dgm:bulletEnabled val="1"/>
        </dgm:presLayoutVars>
      </dgm:prSet>
      <dgm:spPr/>
    </dgm:pt>
    <dgm:pt modelId="{C99888B8-4D8E-468D-A636-2FEB84B0148F}" type="pres">
      <dgm:prSet presAssocID="{44488AFD-D436-4DF6-A23E-31D13094E94B}" presName="bgRect" presStyleLbl="bgAccFollowNode1" presStyleIdx="1" presStyleCnt="3"/>
      <dgm:spPr/>
    </dgm:pt>
    <dgm:pt modelId="{81505F47-C205-4989-AE35-C1A2141E0C7B}" type="pres">
      <dgm:prSet presAssocID="{D2818006-8427-4A86-8C3A-4C6132CCC3D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5F0AFB5-BA86-478F-A14D-45E6351C5435}" type="pres">
      <dgm:prSet presAssocID="{44488AFD-D436-4DF6-A23E-31D13094E94B}" presName="bottomLine" presStyleLbl="alignNode1" presStyleIdx="3" presStyleCnt="6">
        <dgm:presLayoutVars/>
      </dgm:prSet>
      <dgm:spPr/>
    </dgm:pt>
    <dgm:pt modelId="{EC54AA87-BD42-42B2-9525-EB1ADE48BD46}" type="pres">
      <dgm:prSet presAssocID="{44488AFD-D436-4DF6-A23E-31D13094E94B}" presName="nodeText" presStyleLbl="bgAccFollowNode1" presStyleIdx="1" presStyleCnt="3">
        <dgm:presLayoutVars>
          <dgm:bulletEnabled val="1"/>
        </dgm:presLayoutVars>
      </dgm:prSet>
      <dgm:spPr/>
    </dgm:pt>
    <dgm:pt modelId="{C37E4B75-231B-433B-B275-0D950423DCAF}" type="pres">
      <dgm:prSet presAssocID="{D2818006-8427-4A86-8C3A-4C6132CCC3DF}" presName="sibTrans" presStyleCnt="0"/>
      <dgm:spPr/>
    </dgm:pt>
    <dgm:pt modelId="{E0483A92-CE2A-418A-B03C-31C823A671A2}" type="pres">
      <dgm:prSet presAssocID="{B688DD05-0CBF-4F4E-B99D-3240D75F760C}" presName="compositeNode" presStyleCnt="0">
        <dgm:presLayoutVars>
          <dgm:bulletEnabled val="1"/>
        </dgm:presLayoutVars>
      </dgm:prSet>
      <dgm:spPr/>
    </dgm:pt>
    <dgm:pt modelId="{D5D2B998-F867-4692-9097-2FF964B600A9}" type="pres">
      <dgm:prSet presAssocID="{B688DD05-0CBF-4F4E-B99D-3240D75F760C}" presName="bgRect" presStyleLbl="bgAccFollowNode1" presStyleIdx="2" presStyleCnt="3"/>
      <dgm:spPr/>
    </dgm:pt>
    <dgm:pt modelId="{B56E7D53-AD88-44BD-8564-6FC214E7DCD5}" type="pres">
      <dgm:prSet presAssocID="{CBA42DBA-A29F-447C-8DD6-0AD377F351C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20D62DD5-812B-4539-98D2-F4572AF2CB6F}" type="pres">
      <dgm:prSet presAssocID="{B688DD05-0CBF-4F4E-B99D-3240D75F760C}" presName="bottomLine" presStyleLbl="alignNode1" presStyleIdx="5" presStyleCnt="6">
        <dgm:presLayoutVars/>
      </dgm:prSet>
      <dgm:spPr/>
    </dgm:pt>
    <dgm:pt modelId="{11A0436A-ED25-453B-ABCC-179B1ED5811D}" type="pres">
      <dgm:prSet presAssocID="{B688DD05-0CBF-4F4E-B99D-3240D75F760C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05030604-C853-4CD1-A66C-E55093169D92}" type="presOf" srcId="{B688DD05-0CBF-4F4E-B99D-3240D75F760C}" destId="{D5D2B998-F867-4692-9097-2FF964B600A9}" srcOrd="0" destOrd="0" presId="urn:microsoft.com/office/officeart/2016/7/layout/BasicLinearProcessNumbered"/>
    <dgm:cxn modelId="{C8E28513-5397-484A-944D-B753DC91111C}" type="presOf" srcId="{403A6C06-678A-4EE7-A608-86100A598F42}" destId="{51B8FF93-7B3B-4867-A63D-34CFF0F299FF}" srcOrd="0" destOrd="0" presId="urn:microsoft.com/office/officeart/2016/7/layout/BasicLinearProcessNumbered"/>
    <dgm:cxn modelId="{E980A014-F498-4B10-80D1-9E8CD2C3B309}" srcId="{403A6C06-678A-4EE7-A608-86100A598F42}" destId="{B688DD05-0CBF-4F4E-B99D-3240D75F760C}" srcOrd="2" destOrd="0" parTransId="{E9175145-4EA6-44FD-9816-934D31481753}" sibTransId="{CBA42DBA-A29F-447C-8DD6-0AD377F351C7}"/>
    <dgm:cxn modelId="{BCE94A21-3077-4E5F-BFC3-9F5493730D88}" type="presOf" srcId="{8076D53C-7D76-4101-BFDE-8B8E187B5F39}" destId="{D1CB7A5B-4FD7-4A5A-A4AB-95D3400D6907}" srcOrd="0" destOrd="0" presId="urn:microsoft.com/office/officeart/2016/7/layout/BasicLinearProcessNumbered"/>
    <dgm:cxn modelId="{5538DB29-CC96-4EC6-9048-C617A62A6016}" type="presOf" srcId="{CBA42DBA-A29F-447C-8DD6-0AD377F351C7}" destId="{B56E7D53-AD88-44BD-8564-6FC214E7DCD5}" srcOrd="0" destOrd="0" presId="urn:microsoft.com/office/officeart/2016/7/layout/BasicLinearProcessNumbered"/>
    <dgm:cxn modelId="{E5652F63-8955-42E7-AB63-F60D3DC911C9}" srcId="{403A6C06-678A-4EE7-A608-86100A598F42}" destId="{0FD82E17-E8EE-4E84-8AAE-BEDD4CB7B0C3}" srcOrd="0" destOrd="0" parTransId="{09CA2CEA-35F1-4382-AB76-8578CB53FC43}" sibTransId="{8076D53C-7D76-4101-BFDE-8B8E187B5F39}"/>
    <dgm:cxn modelId="{BEB57F65-0015-4DF2-B09A-A8A24201C73E}" srcId="{403A6C06-678A-4EE7-A608-86100A598F42}" destId="{44488AFD-D436-4DF6-A23E-31D13094E94B}" srcOrd="1" destOrd="0" parTransId="{B0131E0E-615F-4FFB-850B-6ECB42C58C80}" sibTransId="{D2818006-8427-4A86-8C3A-4C6132CCC3DF}"/>
    <dgm:cxn modelId="{DC139846-1251-4185-9FF5-72243A1E4AA6}" type="presOf" srcId="{44488AFD-D436-4DF6-A23E-31D13094E94B}" destId="{C99888B8-4D8E-468D-A636-2FEB84B0148F}" srcOrd="0" destOrd="0" presId="urn:microsoft.com/office/officeart/2016/7/layout/BasicLinearProcessNumbered"/>
    <dgm:cxn modelId="{658D9C84-19CE-4678-86CE-6F16580AB301}" type="presOf" srcId="{44488AFD-D436-4DF6-A23E-31D13094E94B}" destId="{EC54AA87-BD42-42B2-9525-EB1ADE48BD46}" srcOrd="1" destOrd="0" presId="urn:microsoft.com/office/officeart/2016/7/layout/BasicLinearProcessNumbered"/>
    <dgm:cxn modelId="{0C7B898E-B95C-4B4F-A84F-0045F2B11BBD}" type="presOf" srcId="{0FD82E17-E8EE-4E84-8AAE-BEDD4CB7B0C3}" destId="{9E641E44-A35E-4F6B-9788-FE8A4E6C5DFA}" srcOrd="0" destOrd="0" presId="urn:microsoft.com/office/officeart/2016/7/layout/BasicLinearProcessNumbered"/>
    <dgm:cxn modelId="{D8FC5CC5-A52A-47E7-A093-59843CD00115}" type="presOf" srcId="{B688DD05-0CBF-4F4E-B99D-3240D75F760C}" destId="{11A0436A-ED25-453B-ABCC-179B1ED5811D}" srcOrd="1" destOrd="0" presId="urn:microsoft.com/office/officeart/2016/7/layout/BasicLinearProcessNumbered"/>
    <dgm:cxn modelId="{052A0ACE-16CC-4533-837B-FE0890A38BCB}" type="presOf" srcId="{0FD82E17-E8EE-4E84-8AAE-BEDD4CB7B0C3}" destId="{E09A6C79-4230-42AC-B4FE-97DBA55EE673}" srcOrd="1" destOrd="0" presId="urn:microsoft.com/office/officeart/2016/7/layout/BasicLinearProcessNumbered"/>
    <dgm:cxn modelId="{692FFEE7-673A-459A-9649-D9A5A8F080D9}" type="presOf" srcId="{D2818006-8427-4A86-8C3A-4C6132CCC3DF}" destId="{81505F47-C205-4989-AE35-C1A2141E0C7B}" srcOrd="0" destOrd="0" presId="urn:microsoft.com/office/officeart/2016/7/layout/BasicLinearProcessNumbered"/>
    <dgm:cxn modelId="{AA9B2CB3-DD5A-43AC-8889-32E38EDB74D8}" type="presParOf" srcId="{51B8FF93-7B3B-4867-A63D-34CFF0F299FF}" destId="{72E7A431-6C10-46BF-970D-514528622187}" srcOrd="0" destOrd="0" presId="urn:microsoft.com/office/officeart/2016/7/layout/BasicLinearProcessNumbered"/>
    <dgm:cxn modelId="{9FE5423D-451A-46DA-9378-1900C0F11080}" type="presParOf" srcId="{72E7A431-6C10-46BF-970D-514528622187}" destId="{9E641E44-A35E-4F6B-9788-FE8A4E6C5DFA}" srcOrd="0" destOrd="0" presId="urn:microsoft.com/office/officeart/2016/7/layout/BasicLinearProcessNumbered"/>
    <dgm:cxn modelId="{7A849A97-956B-446A-B2F3-604FFB7D47BF}" type="presParOf" srcId="{72E7A431-6C10-46BF-970D-514528622187}" destId="{D1CB7A5B-4FD7-4A5A-A4AB-95D3400D6907}" srcOrd="1" destOrd="0" presId="urn:microsoft.com/office/officeart/2016/7/layout/BasicLinearProcessNumbered"/>
    <dgm:cxn modelId="{FDB8D57A-B719-4D27-BDDB-479194DB889C}" type="presParOf" srcId="{72E7A431-6C10-46BF-970D-514528622187}" destId="{1BA1AF24-2B60-4D2C-8226-8F4FD5E0EEC7}" srcOrd="2" destOrd="0" presId="urn:microsoft.com/office/officeart/2016/7/layout/BasicLinearProcessNumbered"/>
    <dgm:cxn modelId="{3EB46B22-C8CA-4B32-957D-09AE1157EAB0}" type="presParOf" srcId="{72E7A431-6C10-46BF-970D-514528622187}" destId="{E09A6C79-4230-42AC-B4FE-97DBA55EE673}" srcOrd="3" destOrd="0" presId="urn:microsoft.com/office/officeart/2016/7/layout/BasicLinearProcessNumbered"/>
    <dgm:cxn modelId="{389B4596-DAAF-45A3-93EC-D2ED7BB7EDC3}" type="presParOf" srcId="{51B8FF93-7B3B-4867-A63D-34CFF0F299FF}" destId="{0A56D7A0-3431-46B1-A600-4C21D730B92E}" srcOrd="1" destOrd="0" presId="urn:microsoft.com/office/officeart/2016/7/layout/BasicLinearProcessNumbered"/>
    <dgm:cxn modelId="{70D1E09B-D8AE-40F2-AF0F-B95DC46B31DE}" type="presParOf" srcId="{51B8FF93-7B3B-4867-A63D-34CFF0F299FF}" destId="{45F65B7F-D3BD-4C0C-853C-4179AC224A4E}" srcOrd="2" destOrd="0" presId="urn:microsoft.com/office/officeart/2016/7/layout/BasicLinearProcessNumbered"/>
    <dgm:cxn modelId="{07CACDAD-4EE6-47EC-A5C0-D12CFCA3C8D3}" type="presParOf" srcId="{45F65B7F-D3BD-4C0C-853C-4179AC224A4E}" destId="{C99888B8-4D8E-468D-A636-2FEB84B0148F}" srcOrd="0" destOrd="0" presId="urn:microsoft.com/office/officeart/2016/7/layout/BasicLinearProcessNumbered"/>
    <dgm:cxn modelId="{57F899E4-D0BF-4EE0-94AD-4CB387B70481}" type="presParOf" srcId="{45F65B7F-D3BD-4C0C-853C-4179AC224A4E}" destId="{81505F47-C205-4989-AE35-C1A2141E0C7B}" srcOrd="1" destOrd="0" presId="urn:microsoft.com/office/officeart/2016/7/layout/BasicLinearProcessNumbered"/>
    <dgm:cxn modelId="{CFE8AE39-F394-4626-B427-9B20311FD215}" type="presParOf" srcId="{45F65B7F-D3BD-4C0C-853C-4179AC224A4E}" destId="{D5F0AFB5-BA86-478F-A14D-45E6351C5435}" srcOrd="2" destOrd="0" presId="urn:microsoft.com/office/officeart/2016/7/layout/BasicLinearProcessNumbered"/>
    <dgm:cxn modelId="{9185F538-7A6D-4979-9E0D-34E25450DC9F}" type="presParOf" srcId="{45F65B7F-D3BD-4C0C-853C-4179AC224A4E}" destId="{EC54AA87-BD42-42B2-9525-EB1ADE48BD46}" srcOrd="3" destOrd="0" presId="urn:microsoft.com/office/officeart/2016/7/layout/BasicLinearProcessNumbered"/>
    <dgm:cxn modelId="{7CA3F635-2632-4990-A1D5-1BD69F64B8FF}" type="presParOf" srcId="{51B8FF93-7B3B-4867-A63D-34CFF0F299FF}" destId="{C37E4B75-231B-433B-B275-0D950423DCAF}" srcOrd="3" destOrd="0" presId="urn:microsoft.com/office/officeart/2016/7/layout/BasicLinearProcessNumbered"/>
    <dgm:cxn modelId="{2B5D344C-C267-40A0-B197-22FC9BA107DC}" type="presParOf" srcId="{51B8FF93-7B3B-4867-A63D-34CFF0F299FF}" destId="{E0483A92-CE2A-418A-B03C-31C823A671A2}" srcOrd="4" destOrd="0" presId="urn:microsoft.com/office/officeart/2016/7/layout/BasicLinearProcessNumbered"/>
    <dgm:cxn modelId="{8558E03A-7846-4D30-B1DF-CAD6633B5B44}" type="presParOf" srcId="{E0483A92-CE2A-418A-B03C-31C823A671A2}" destId="{D5D2B998-F867-4692-9097-2FF964B600A9}" srcOrd="0" destOrd="0" presId="urn:microsoft.com/office/officeart/2016/7/layout/BasicLinearProcessNumbered"/>
    <dgm:cxn modelId="{347CD40F-B34A-414A-8F22-2AF692E028AA}" type="presParOf" srcId="{E0483A92-CE2A-418A-B03C-31C823A671A2}" destId="{B56E7D53-AD88-44BD-8564-6FC214E7DCD5}" srcOrd="1" destOrd="0" presId="urn:microsoft.com/office/officeart/2016/7/layout/BasicLinearProcessNumbered"/>
    <dgm:cxn modelId="{ACF2EA10-761B-4DEB-87EB-FC22F92CA9FA}" type="presParOf" srcId="{E0483A92-CE2A-418A-B03C-31C823A671A2}" destId="{20D62DD5-812B-4539-98D2-F4572AF2CB6F}" srcOrd="2" destOrd="0" presId="urn:microsoft.com/office/officeart/2016/7/layout/BasicLinearProcessNumbered"/>
    <dgm:cxn modelId="{2BEC3DA7-F479-4DF3-883E-4A5E0BC1C946}" type="presParOf" srcId="{E0483A92-CE2A-418A-B03C-31C823A671A2}" destId="{11A0436A-ED25-453B-ABCC-179B1ED5811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EA7D43-32D7-488C-A50B-1BD8110D3AA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0F39CC5-0B56-431B-9711-44103334EA01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心跳判定：有回應 ALIVE → 5 秒無回應 SUSPECTED → 15 秒 DEAD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527F2D8-49F8-4414-B434-741D28F0C4A8}" type="parTrans" cxnId="{6C3F2778-1669-4E19-B5D6-E40C2846E4C3}">
      <dgm:prSet/>
      <dgm:spPr/>
      <dgm:t>
        <a:bodyPr/>
        <a:lstStyle/>
        <a:p>
          <a:endParaRPr lang="en-US"/>
        </a:p>
      </dgm:t>
    </dgm:pt>
    <dgm:pt modelId="{59E7577A-D025-41A8-A453-170E9D9F78E2}" type="sibTrans" cxnId="{6C3F2778-1669-4E19-B5D6-E40C2846E4C3}">
      <dgm:prSet/>
      <dgm:spPr/>
      <dgm:t>
        <a:bodyPr/>
        <a:lstStyle/>
        <a:p>
          <a:endParaRPr lang="en-US"/>
        </a:p>
      </dgm:t>
    </dgm:pt>
    <dgm:pt modelId="{FF263006-5D8C-40EA-9887-1CBCE991C3B8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DEAD 觸發 orphan 回收：把該節點上 RUNNING 的工作退回重派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9C199ED-9A79-4B57-A9ED-8B737CFF8657}" type="parTrans" cxnId="{886137D0-3D21-41AA-8020-1066DE15F759}">
      <dgm:prSet/>
      <dgm:spPr/>
      <dgm:t>
        <a:bodyPr/>
        <a:lstStyle/>
        <a:p>
          <a:endParaRPr lang="en-US"/>
        </a:p>
      </dgm:t>
    </dgm:pt>
    <dgm:pt modelId="{D59863CA-4C46-4472-AEB2-486242A2D137}" type="sibTrans" cxnId="{886137D0-3D21-41AA-8020-1066DE15F759}">
      <dgm:prSet/>
      <dgm:spPr/>
      <dgm:t>
        <a:bodyPr/>
        <a:lstStyle/>
        <a:p>
          <a:endParaRPr lang="en-US"/>
        </a:p>
      </dgm:t>
    </dgm:pt>
    <dgm:pt modelId="{BD9E5950-5CFA-435E-9F8D-BF05EF42D6A5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重派含上限：retry +1，超過 MAX_RETRY（2）標 FAILED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D6A62D7-0160-436A-9585-053886D29C12}" type="parTrans" cxnId="{208243B0-B269-47AB-88DC-7636FA5C557F}">
      <dgm:prSet/>
      <dgm:spPr/>
      <dgm:t>
        <a:bodyPr/>
        <a:lstStyle/>
        <a:p>
          <a:endParaRPr lang="en-US"/>
        </a:p>
      </dgm:t>
    </dgm:pt>
    <dgm:pt modelId="{37FA6020-2E45-4AD8-8067-2E17CDF583AB}" type="sibTrans" cxnId="{208243B0-B269-47AB-88DC-7636FA5C557F}">
      <dgm:prSet/>
      <dgm:spPr/>
      <dgm:t>
        <a:bodyPr/>
        <a:lstStyle/>
        <a:p>
          <a:endParaRPr lang="en-US"/>
        </a:p>
      </dgm:t>
    </dgm:pt>
    <dgm:pt modelId="{8582A2B7-DA79-4B68-B6EB-F22D04CE0D5B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資源感知派工：從 ALIVE 且未滿載的節點中，選 (queue_size, cpu_pct) 最小者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BF2EBBDA-1363-4ED0-A6D0-2E23C9B59DFF}" type="parTrans" cxnId="{846F6E01-4C20-4327-8D02-85B78990AE6F}">
      <dgm:prSet/>
      <dgm:spPr/>
      <dgm:t>
        <a:bodyPr/>
        <a:lstStyle/>
        <a:p>
          <a:endParaRPr lang="en-US"/>
        </a:p>
      </dgm:t>
    </dgm:pt>
    <dgm:pt modelId="{55EF045D-BB3C-4DA1-8F97-04A795FC11C2}" type="sibTrans" cxnId="{846F6E01-4C20-4327-8D02-85B78990AE6F}">
      <dgm:prSet/>
      <dgm:spPr/>
      <dgm:t>
        <a:bodyPr/>
        <a:lstStyle/>
        <a:p>
          <a:endParaRPr lang="en-US"/>
        </a:p>
      </dgm:t>
    </dgm:pt>
    <dgm:pt modelId="{5BC0D4C0-2AD0-4F5B-8699-661A0A743C49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防禦性自癒：Dispatcher 每 tick 從 jobs 重算 queue_size，容忍計數洩漏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23482157-327A-4B40-9A7D-40C9D387072B}" type="parTrans" cxnId="{7BD0102B-067C-43DA-BE19-2F9E6D848B7E}">
      <dgm:prSet/>
      <dgm:spPr/>
      <dgm:t>
        <a:bodyPr/>
        <a:lstStyle/>
        <a:p>
          <a:endParaRPr lang="en-US"/>
        </a:p>
      </dgm:t>
    </dgm:pt>
    <dgm:pt modelId="{FF5F5542-0C8A-4421-B722-65CD06141368}" type="sibTrans" cxnId="{7BD0102B-067C-43DA-BE19-2F9E6D848B7E}">
      <dgm:prSet/>
      <dgm:spPr/>
      <dgm:t>
        <a:bodyPr/>
        <a:lstStyle/>
        <a:p>
          <a:endParaRPr lang="en-US"/>
        </a:p>
      </dgm:t>
    </dgm:pt>
    <dgm:pt modelId="{7D9F8387-A763-46A7-8A4D-21EB3CB62208}" type="pres">
      <dgm:prSet presAssocID="{54EA7D43-32D7-488C-A50B-1BD8110D3AAA}" presName="Name0" presStyleCnt="0">
        <dgm:presLayoutVars>
          <dgm:dir/>
          <dgm:resizeHandles val="exact"/>
        </dgm:presLayoutVars>
      </dgm:prSet>
      <dgm:spPr/>
    </dgm:pt>
    <dgm:pt modelId="{F3EC744F-639F-42F1-AFBE-17C7B4C74055}" type="pres">
      <dgm:prSet presAssocID="{60F39CC5-0B56-431B-9711-44103334EA01}" presName="node" presStyleLbl="node1" presStyleIdx="0" presStyleCnt="5">
        <dgm:presLayoutVars>
          <dgm:bulletEnabled val="1"/>
        </dgm:presLayoutVars>
      </dgm:prSet>
      <dgm:spPr/>
    </dgm:pt>
    <dgm:pt modelId="{A8230F7A-F74E-49DA-B82F-0C397907DF21}" type="pres">
      <dgm:prSet presAssocID="{59E7577A-D025-41A8-A453-170E9D9F78E2}" presName="sibTrans" presStyleLbl="sibTrans1D1" presStyleIdx="0" presStyleCnt="4"/>
      <dgm:spPr/>
    </dgm:pt>
    <dgm:pt modelId="{412F0C71-ABB2-4AE2-8153-77B81B2DFEDF}" type="pres">
      <dgm:prSet presAssocID="{59E7577A-D025-41A8-A453-170E9D9F78E2}" presName="connectorText" presStyleLbl="sibTrans1D1" presStyleIdx="0" presStyleCnt="4"/>
      <dgm:spPr/>
    </dgm:pt>
    <dgm:pt modelId="{CF339DB4-B795-4FA9-9037-6A3A79221354}" type="pres">
      <dgm:prSet presAssocID="{FF263006-5D8C-40EA-9887-1CBCE991C3B8}" presName="node" presStyleLbl="node1" presStyleIdx="1" presStyleCnt="5">
        <dgm:presLayoutVars>
          <dgm:bulletEnabled val="1"/>
        </dgm:presLayoutVars>
      </dgm:prSet>
      <dgm:spPr/>
    </dgm:pt>
    <dgm:pt modelId="{B97B9248-D06B-4988-A593-42D909BCD875}" type="pres">
      <dgm:prSet presAssocID="{D59863CA-4C46-4472-AEB2-486242A2D137}" presName="sibTrans" presStyleLbl="sibTrans1D1" presStyleIdx="1" presStyleCnt="4"/>
      <dgm:spPr/>
    </dgm:pt>
    <dgm:pt modelId="{CB625FEE-17D8-409E-B031-4888E0E94639}" type="pres">
      <dgm:prSet presAssocID="{D59863CA-4C46-4472-AEB2-486242A2D137}" presName="connectorText" presStyleLbl="sibTrans1D1" presStyleIdx="1" presStyleCnt="4"/>
      <dgm:spPr/>
    </dgm:pt>
    <dgm:pt modelId="{9980969C-97C7-4C34-9F65-E6264EF2BCA4}" type="pres">
      <dgm:prSet presAssocID="{BD9E5950-5CFA-435E-9F8D-BF05EF42D6A5}" presName="node" presStyleLbl="node1" presStyleIdx="2" presStyleCnt="5">
        <dgm:presLayoutVars>
          <dgm:bulletEnabled val="1"/>
        </dgm:presLayoutVars>
      </dgm:prSet>
      <dgm:spPr/>
    </dgm:pt>
    <dgm:pt modelId="{158E8456-0C26-4A45-A380-680930EB1DEF}" type="pres">
      <dgm:prSet presAssocID="{37FA6020-2E45-4AD8-8067-2E17CDF583AB}" presName="sibTrans" presStyleLbl="sibTrans1D1" presStyleIdx="2" presStyleCnt="4"/>
      <dgm:spPr/>
    </dgm:pt>
    <dgm:pt modelId="{3BFD4B88-F9A2-412A-95EC-3E71EE23EBC6}" type="pres">
      <dgm:prSet presAssocID="{37FA6020-2E45-4AD8-8067-2E17CDF583AB}" presName="connectorText" presStyleLbl="sibTrans1D1" presStyleIdx="2" presStyleCnt="4"/>
      <dgm:spPr/>
    </dgm:pt>
    <dgm:pt modelId="{509299D7-0DFD-4FA2-BC53-4426FB7656DB}" type="pres">
      <dgm:prSet presAssocID="{8582A2B7-DA79-4B68-B6EB-F22D04CE0D5B}" presName="node" presStyleLbl="node1" presStyleIdx="3" presStyleCnt="5">
        <dgm:presLayoutVars>
          <dgm:bulletEnabled val="1"/>
        </dgm:presLayoutVars>
      </dgm:prSet>
      <dgm:spPr/>
    </dgm:pt>
    <dgm:pt modelId="{6DDC7705-5BDC-4BCA-B7E5-077682350551}" type="pres">
      <dgm:prSet presAssocID="{55EF045D-BB3C-4DA1-8F97-04A795FC11C2}" presName="sibTrans" presStyleLbl="sibTrans1D1" presStyleIdx="3" presStyleCnt="4"/>
      <dgm:spPr/>
    </dgm:pt>
    <dgm:pt modelId="{DFAE1587-5D1E-4D34-9DB3-B9A3054EB926}" type="pres">
      <dgm:prSet presAssocID="{55EF045D-BB3C-4DA1-8F97-04A795FC11C2}" presName="connectorText" presStyleLbl="sibTrans1D1" presStyleIdx="3" presStyleCnt="4"/>
      <dgm:spPr/>
    </dgm:pt>
    <dgm:pt modelId="{72FB3024-59F8-43B3-8BA9-13820EF8DAD3}" type="pres">
      <dgm:prSet presAssocID="{5BC0D4C0-2AD0-4F5B-8699-661A0A743C49}" presName="node" presStyleLbl="node1" presStyleIdx="4" presStyleCnt="5">
        <dgm:presLayoutVars>
          <dgm:bulletEnabled val="1"/>
        </dgm:presLayoutVars>
      </dgm:prSet>
      <dgm:spPr/>
    </dgm:pt>
  </dgm:ptLst>
  <dgm:cxnLst>
    <dgm:cxn modelId="{846F6E01-4C20-4327-8D02-85B78990AE6F}" srcId="{54EA7D43-32D7-488C-A50B-1BD8110D3AAA}" destId="{8582A2B7-DA79-4B68-B6EB-F22D04CE0D5B}" srcOrd="3" destOrd="0" parTransId="{BF2EBBDA-1363-4ED0-A6D0-2E23C9B59DFF}" sibTransId="{55EF045D-BB3C-4DA1-8F97-04A795FC11C2}"/>
    <dgm:cxn modelId="{64E9E916-CBEC-4AB9-9D18-BC7FFBA3CF49}" type="presOf" srcId="{8582A2B7-DA79-4B68-B6EB-F22D04CE0D5B}" destId="{509299D7-0DFD-4FA2-BC53-4426FB7656DB}" srcOrd="0" destOrd="0" presId="urn:microsoft.com/office/officeart/2016/7/layout/RepeatingBendingProcessNew"/>
    <dgm:cxn modelId="{0AA8FA17-5D67-49F9-B569-4B39D2E265D2}" type="presOf" srcId="{55EF045D-BB3C-4DA1-8F97-04A795FC11C2}" destId="{6DDC7705-5BDC-4BCA-B7E5-077682350551}" srcOrd="0" destOrd="0" presId="urn:microsoft.com/office/officeart/2016/7/layout/RepeatingBendingProcessNew"/>
    <dgm:cxn modelId="{2976331F-6330-4830-AFC0-72C8D2BF5C70}" type="presOf" srcId="{D59863CA-4C46-4472-AEB2-486242A2D137}" destId="{B97B9248-D06B-4988-A593-42D909BCD875}" srcOrd="0" destOrd="0" presId="urn:microsoft.com/office/officeart/2016/7/layout/RepeatingBendingProcessNew"/>
    <dgm:cxn modelId="{81258128-DD08-4EDB-B7D1-3E3E1512BBD0}" type="presOf" srcId="{37FA6020-2E45-4AD8-8067-2E17CDF583AB}" destId="{3BFD4B88-F9A2-412A-95EC-3E71EE23EBC6}" srcOrd="1" destOrd="0" presId="urn:microsoft.com/office/officeart/2016/7/layout/RepeatingBendingProcessNew"/>
    <dgm:cxn modelId="{E441022A-09FF-4006-ACFA-FA5B9ED0225D}" type="presOf" srcId="{54EA7D43-32D7-488C-A50B-1BD8110D3AAA}" destId="{7D9F8387-A763-46A7-8A4D-21EB3CB62208}" srcOrd="0" destOrd="0" presId="urn:microsoft.com/office/officeart/2016/7/layout/RepeatingBendingProcessNew"/>
    <dgm:cxn modelId="{7BD0102B-067C-43DA-BE19-2F9E6D848B7E}" srcId="{54EA7D43-32D7-488C-A50B-1BD8110D3AAA}" destId="{5BC0D4C0-2AD0-4F5B-8699-661A0A743C49}" srcOrd="4" destOrd="0" parTransId="{23482157-327A-4B40-9A7D-40C9D387072B}" sibTransId="{FF5F5542-0C8A-4421-B722-65CD06141368}"/>
    <dgm:cxn modelId="{95720A57-1987-408E-B48B-750148DE7378}" type="presOf" srcId="{FF263006-5D8C-40EA-9887-1CBCE991C3B8}" destId="{CF339DB4-B795-4FA9-9037-6A3A79221354}" srcOrd="0" destOrd="0" presId="urn:microsoft.com/office/officeart/2016/7/layout/RepeatingBendingProcessNew"/>
    <dgm:cxn modelId="{6C3F2778-1669-4E19-B5D6-E40C2846E4C3}" srcId="{54EA7D43-32D7-488C-A50B-1BD8110D3AAA}" destId="{60F39CC5-0B56-431B-9711-44103334EA01}" srcOrd="0" destOrd="0" parTransId="{7527F2D8-49F8-4414-B434-741D28F0C4A8}" sibTransId="{59E7577A-D025-41A8-A453-170E9D9F78E2}"/>
    <dgm:cxn modelId="{8893CE9D-84F7-4527-9D5A-180DF5B7AD58}" type="presOf" srcId="{59E7577A-D025-41A8-A453-170E9D9F78E2}" destId="{A8230F7A-F74E-49DA-B82F-0C397907DF21}" srcOrd="0" destOrd="0" presId="urn:microsoft.com/office/officeart/2016/7/layout/RepeatingBendingProcessNew"/>
    <dgm:cxn modelId="{208243B0-B269-47AB-88DC-7636FA5C557F}" srcId="{54EA7D43-32D7-488C-A50B-1BD8110D3AAA}" destId="{BD9E5950-5CFA-435E-9F8D-BF05EF42D6A5}" srcOrd="2" destOrd="0" parTransId="{7D6A62D7-0160-436A-9585-053886D29C12}" sibTransId="{37FA6020-2E45-4AD8-8067-2E17CDF583AB}"/>
    <dgm:cxn modelId="{FB1861B5-D5FE-4EA0-B6FD-5051FF6E873C}" type="presOf" srcId="{BD9E5950-5CFA-435E-9F8D-BF05EF42D6A5}" destId="{9980969C-97C7-4C34-9F65-E6264EF2BCA4}" srcOrd="0" destOrd="0" presId="urn:microsoft.com/office/officeart/2016/7/layout/RepeatingBendingProcessNew"/>
    <dgm:cxn modelId="{2B847FB8-2B83-4FD7-AAB2-555CD4CCFAA9}" type="presOf" srcId="{60F39CC5-0B56-431B-9711-44103334EA01}" destId="{F3EC744F-639F-42F1-AFBE-17C7B4C74055}" srcOrd="0" destOrd="0" presId="urn:microsoft.com/office/officeart/2016/7/layout/RepeatingBendingProcessNew"/>
    <dgm:cxn modelId="{886137D0-3D21-41AA-8020-1066DE15F759}" srcId="{54EA7D43-32D7-488C-A50B-1BD8110D3AAA}" destId="{FF263006-5D8C-40EA-9887-1CBCE991C3B8}" srcOrd="1" destOrd="0" parTransId="{E9C199ED-9A79-4B57-A9ED-8B737CFF8657}" sibTransId="{D59863CA-4C46-4472-AEB2-486242A2D137}"/>
    <dgm:cxn modelId="{A6F710E2-6D19-4037-8587-F418665487DA}" type="presOf" srcId="{37FA6020-2E45-4AD8-8067-2E17CDF583AB}" destId="{158E8456-0C26-4A45-A380-680930EB1DEF}" srcOrd="0" destOrd="0" presId="urn:microsoft.com/office/officeart/2016/7/layout/RepeatingBendingProcessNew"/>
    <dgm:cxn modelId="{338AB0E8-3BE6-42AB-A659-05B3A7995BD4}" type="presOf" srcId="{5BC0D4C0-2AD0-4F5B-8699-661A0A743C49}" destId="{72FB3024-59F8-43B3-8BA9-13820EF8DAD3}" srcOrd="0" destOrd="0" presId="urn:microsoft.com/office/officeart/2016/7/layout/RepeatingBendingProcessNew"/>
    <dgm:cxn modelId="{34F4EEEF-50C8-4D17-93A0-94838F6811FE}" type="presOf" srcId="{D59863CA-4C46-4472-AEB2-486242A2D137}" destId="{CB625FEE-17D8-409E-B031-4888E0E94639}" srcOrd="1" destOrd="0" presId="urn:microsoft.com/office/officeart/2016/7/layout/RepeatingBendingProcessNew"/>
    <dgm:cxn modelId="{3B3BFFF4-2775-4896-9F8C-2E4801D3FB16}" type="presOf" srcId="{59E7577A-D025-41A8-A453-170E9D9F78E2}" destId="{412F0C71-ABB2-4AE2-8153-77B81B2DFEDF}" srcOrd="1" destOrd="0" presId="urn:microsoft.com/office/officeart/2016/7/layout/RepeatingBendingProcessNew"/>
    <dgm:cxn modelId="{18ED6AFA-BD19-4A55-90FF-D2906388B7A1}" type="presOf" srcId="{55EF045D-BB3C-4DA1-8F97-04A795FC11C2}" destId="{DFAE1587-5D1E-4D34-9DB3-B9A3054EB926}" srcOrd="1" destOrd="0" presId="urn:microsoft.com/office/officeart/2016/7/layout/RepeatingBendingProcessNew"/>
    <dgm:cxn modelId="{6083063E-27BE-4FB9-AC1B-0D169071BE3F}" type="presParOf" srcId="{7D9F8387-A763-46A7-8A4D-21EB3CB62208}" destId="{F3EC744F-639F-42F1-AFBE-17C7B4C74055}" srcOrd="0" destOrd="0" presId="urn:microsoft.com/office/officeart/2016/7/layout/RepeatingBendingProcessNew"/>
    <dgm:cxn modelId="{FD6B6271-26D9-4B99-9A8E-3FE7056583AC}" type="presParOf" srcId="{7D9F8387-A763-46A7-8A4D-21EB3CB62208}" destId="{A8230F7A-F74E-49DA-B82F-0C397907DF21}" srcOrd="1" destOrd="0" presId="urn:microsoft.com/office/officeart/2016/7/layout/RepeatingBendingProcessNew"/>
    <dgm:cxn modelId="{0579CBDB-9EEB-49C0-8E3C-4AE679052EF1}" type="presParOf" srcId="{A8230F7A-F74E-49DA-B82F-0C397907DF21}" destId="{412F0C71-ABB2-4AE2-8153-77B81B2DFEDF}" srcOrd="0" destOrd="0" presId="urn:microsoft.com/office/officeart/2016/7/layout/RepeatingBendingProcessNew"/>
    <dgm:cxn modelId="{AC7957C4-BFCD-4EDC-BB6B-F6B80B397194}" type="presParOf" srcId="{7D9F8387-A763-46A7-8A4D-21EB3CB62208}" destId="{CF339DB4-B795-4FA9-9037-6A3A79221354}" srcOrd="2" destOrd="0" presId="urn:microsoft.com/office/officeart/2016/7/layout/RepeatingBendingProcessNew"/>
    <dgm:cxn modelId="{DE49DFDB-1CB7-4515-9712-D82A665FA191}" type="presParOf" srcId="{7D9F8387-A763-46A7-8A4D-21EB3CB62208}" destId="{B97B9248-D06B-4988-A593-42D909BCD875}" srcOrd="3" destOrd="0" presId="urn:microsoft.com/office/officeart/2016/7/layout/RepeatingBendingProcessNew"/>
    <dgm:cxn modelId="{7B578568-1E6E-4349-81A8-89E50234C257}" type="presParOf" srcId="{B97B9248-D06B-4988-A593-42D909BCD875}" destId="{CB625FEE-17D8-409E-B031-4888E0E94639}" srcOrd="0" destOrd="0" presId="urn:microsoft.com/office/officeart/2016/7/layout/RepeatingBendingProcessNew"/>
    <dgm:cxn modelId="{9366A06C-3835-4382-8A2E-F99E081CFA62}" type="presParOf" srcId="{7D9F8387-A763-46A7-8A4D-21EB3CB62208}" destId="{9980969C-97C7-4C34-9F65-E6264EF2BCA4}" srcOrd="4" destOrd="0" presId="urn:microsoft.com/office/officeart/2016/7/layout/RepeatingBendingProcessNew"/>
    <dgm:cxn modelId="{01F11FC9-1B87-4FA3-9396-BA1EDD9F47BD}" type="presParOf" srcId="{7D9F8387-A763-46A7-8A4D-21EB3CB62208}" destId="{158E8456-0C26-4A45-A380-680930EB1DEF}" srcOrd="5" destOrd="0" presId="urn:microsoft.com/office/officeart/2016/7/layout/RepeatingBendingProcessNew"/>
    <dgm:cxn modelId="{95D36656-846C-43E4-9E80-83AEC9EF7CA5}" type="presParOf" srcId="{158E8456-0C26-4A45-A380-680930EB1DEF}" destId="{3BFD4B88-F9A2-412A-95EC-3E71EE23EBC6}" srcOrd="0" destOrd="0" presId="urn:microsoft.com/office/officeart/2016/7/layout/RepeatingBendingProcessNew"/>
    <dgm:cxn modelId="{FC20DDE2-52E3-475A-BDFF-B2E01EC15C71}" type="presParOf" srcId="{7D9F8387-A763-46A7-8A4D-21EB3CB62208}" destId="{509299D7-0DFD-4FA2-BC53-4426FB7656DB}" srcOrd="6" destOrd="0" presId="urn:microsoft.com/office/officeart/2016/7/layout/RepeatingBendingProcessNew"/>
    <dgm:cxn modelId="{14F4CF24-B016-44CC-97F9-FA89FADF0492}" type="presParOf" srcId="{7D9F8387-A763-46A7-8A4D-21EB3CB62208}" destId="{6DDC7705-5BDC-4BCA-B7E5-077682350551}" srcOrd="7" destOrd="0" presId="urn:microsoft.com/office/officeart/2016/7/layout/RepeatingBendingProcessNew"/>
    <dgm:cxn modelId="{8A07DA0B-7A73-4F6E-9D55-BE32BDD87F10}" type="presParOf" srcId="{6DDC7705-5BDC-4BCA-B7E5-077682350551}" destId="{DFAE1587-5D1E-4D34-9DB3-B9A3054EB926}" srcOrd="0" destOrd="0" presId="urn:microsoft.com/office/officeart/2016/7/layout/RepeatingBendingProcessNew"/>
    <dgm:cxn modelId="{6B4C56E0-3D0D-40AA-9122-9686437591C3}" type="presParOf" srcId="{7D9F8387-A763-46A7-8A4D-21EB3CB62208}" destId="{72FB3024-59F8-43B3-8BA9-13820EF8DAD3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D82F24-F4B1-40B9-8202-0FB9FBB76D7A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EC01932F-5A35-4D0A-BA95-9E9D8AC4D8C1}">
      <dgm:prSet phldrT="[文字]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提問</a:t>
          </a:r>
          <a:endParaRPr lang="zh-TW" alt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AC838E7-C2A3-4A72-A020-310705B504C9}" type="parTrans" cxnId="{66A31EC1-9BC4-4A68-A89D-715487063342}">
      <dgm:prSet/>
      <dgm:spPr/>
      <dgm:t>
        <a:bodyPr/>
        <a:lstStyle/>
        <a:p>
          <a:endParaRPr lang="zh-TW" altLang="en-US"/>
        </a:p>
      </dgm:t>
    </dgm:pt>
    <dgm:pt modelId="{E97A945B-07C2-4C4F-B955-354106881870}" type="sibTrans" cxnId="{66A31EC1-9BC4-4A68-A89D-715487063342}">
      <dgm:prSet/>
      <dgm:spPr/>
      <dgm:t>
        <a:bodyPr/>
        <a:lstStyle/>
        <a:p>
          <a:endParaRPr lang="zh-TW" altLang="en-US"/>
        </a:p>
      </dgm:t>
    </dgm:pt>
    <dgm:pt modelId="{237375C5-721B-4445-9EF5-9A597E3A900E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/api/consult（Manager 用 RAG 組 prompt）</a:t>
          </a:r>
          <a:endParaRPr lang="zh-TW" alt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0BD31351-F8D5-42AE-B4B2-DB0B4CB235E2}" type="parTrans" cxnId="{AA5CB602-E22F-4C0B-A869-8881F70E3702}">
      <dgm:prSet/>
      <dgm:spPr/>
      <dgm:t>
        <a:bodyPr/>
        <a:lstStyle/>
        <a:p>
          <a:endParaRPr lang="zh-TW" altLang="en-US"/>
        </a:p>
      </dgm:t>
    </dgm:pt>
    <dgm:pt modelId="{93F7EDAF-5F54-4DB7-9D18-A663B84A5297}" type="sibTrans" cxnId="{AA5CB602-E22F-4C0B-A869-8881F70E3702}">
      <dgm:prSet/>
      <dgm:spPr/>
      <dgm:t>
        <a:bodyPr/>
        <a:lstStyle/>
        <a:p>
          <a:endParaRPr lang="zh-TW" altLang="en-US"/>
        </a:p>
      </dgm:t>
    </dgm:pt>
    <dgm:pt modelId="{E1D981B7-C84D-43EE-9820-B74D50766EFA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寫入 QUEUED → Dispatcher 派工 </a:t>
          </a:r>
        </a:p>
      </dgm:t>
    </dgm:pt>
    <dgm:pt modelId="{6A106896-BEC6-4B66-AC37-D39F41C45AD1}" type="parTrans" cxnId="{BD8ECD0B-3D41-4EFB-AE7B-680203A15EA2}">
      <dgm:prSet/>
      <dgm:spPr/>
      <dgm:t>
        <a:bodyPr/>
        <a:lstStyle/>
        <a:p>
          <a:endParaRPr lang="zh-TW" altLang="en-US"/>
        </a:p>
      </dgm:t>
    </dgm:pt>
    <dgm:pt modelId="{56DC5F90-9ADD-4ED9-B84B-A68024C654A6}" type="sibTrans" cxnId="{BD8ECD0B-3D41-4EFB-AE7B-680203A15EA2}">
      <dgm:prSet/>
      <dgm:spPr/>
      <dgm:t>
        <a:bodyPr/>
        <a:lstStyle/>
        <a:p>
          <a:endParaRPr lang="zh-TW" altLang="en-US"/>
        </a:p>
      </dgm:t>
    </dgm:pt>
    <dgm:pt modelId="{007EDC9C-9C57-4798-9993-A2368E8919E6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回 202 Accepted</a:t>
          </a:r>
          <a:r>
            <a:rPr lang="en-US" alt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 </a:t>
          </a: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 </a:t>
          </a:r>
        </a:p>
      </dgm:t>
    </dgm:pt>
    <dgm:pt modelId="{01B5F88B-A56A-47D6-BE7F-0ADD50FFB926}" type="parTrans" cxnId="{09FA9C6B-AA56-466B-8C59-670FA4DD3290}">
      <dgm:prSet/>
      <dgm:spPr/>
      <dgm:t>
        <a:bodyPr/>
        <a:lstStyle/>
        <a:p>
          <a:endParaRPr lang="zh-TW" altLang="en-US"/>
        </a:p>
      </dgm:t>
    </dgm:pt>
    <dgm:pt modelId="{7996484E-2EB2-460B-980E-875984A58B64}" type="sibTrans" cxnId="{09FA9C6B-AA56-466B-8C59-670FA4DD3290}">
      <dgm:prSet/>
      <dgm:spPr/>
      <dgm:t>
        <a:bodyPr/>
        <a:lstStyle/>
        <a:p>
          <a:endParaRPr lang="zh-TW" altLang="en-US"/>
        </a:p>
      </dgm:t>
    </dgm:pt>
    <dgm:pt modelId="{7BEF470C-5BA9-4818-8ABF-DA9C4B3B3520}">
      <dgm:prSet phldrT="[文字]" phldr="0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背景跑 Ollama 推論（CPU 約 30–90 秒） </a:t>
          </a:r>
        </a:p>
      </dgm:t>
    </dgm:pt>
    <dgm:pt modelId="{6EF6978F-3961-4FB0-BAF1-7F954FEBBA8A}" type="parTrans" cxnId="{3F0D5C9C-BD80-4A2D-BE15-8C4AEEA93B2F}">
      <dgm:prSet/>
      <dgm:spPr/>
      <dgm:t>
        <a:bodyPr/>
        <a:lstStyle/>
        <a:p>
          <a:endParaRPr lang="zh-TW" altLang="en-US"/>
        </a:p>
      </dgm:t>
    </dgm:pt>
    <dgm:pt modelId="{316B8617-888E-4028-9852-43A690A328D1}" type="sibTrans" cxnId="{3F0D5C9C-BD80-4A2D-BE15-8C4AEEA93B2F}">
      <dgm:prSet/>
      <dgm:spPr/>
      <dgm:t>
        <a:bodyPr/>
        <a:lstStyle/>
        <a:p>
          <a:endParaRPr lang="zh-TW" altLang="en-US"/>
        </a:p>
      </dgm:t>
    </dgm:pt>
    <dgm:pt modelId="{6579CAE8-D692-450F-A154-352051C9CBD7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/api/internal/done</a:t>
          </a:r>
          <a:r>
            <a:rPr lang="zh-TW">
              <a:latin typeface="Aptos"/>
            </a:rPr>
            <a:t> </a:t>
          </a:r>
          <a:endParaRPr lang="zh-TW" altLang="en-US">
            <a:latin typeface="Aptos"/>
          </a:endParaRPr>
        </a:p>
      </dgm:t>
    </dgm:pt>
    <dgm:pt modelId="{5CF71D7B-797B-430F-A660-8C0E8E87C75B}" type="parTrans" cxnId="{4040C1C7-98B7-4BD5-B1B3-7533391854FE}">
      <dgm:prSet/>
      <dgm:spPr/>
      <dgm:t>
        <a:bodyPr/>
        <a:lstStyle/>
        <a:p>
          <a:endParaRPr lang="zh-TW" altLang="en-US"/>
        </a:p>
      </dgm:t>
    </dgm:pt>
    <dgm:pt modelId="{13CEF900-217C-4FD9-BCBC-8D2B8AAA8218}" type="sibTrans" cxnId="{4040C1C7-98B7-4BD5-B1B3-7533391854FE}">
      <dgm:prSet/>
      <dgm:spPr/>
      <dgm:t>
        <a:bodyPr/>
        <a:lstStyle/>
        <a:p>
          <a:endParaRPr lang="zh-TW" altLang="en-US"/>
        </a:p>
      </dgm:t>
    </dgm:pt>
    <dgm:pt modelId="{57540F1A-0B39-4D98-AD14-6FFCF48E35CF}">
      <dgm:prSet phldrT="[文字]" phldr="0"/>
      <dgm:spPr/>
      <dgm:t>
        <a:bodyPr/>
        <a:lstStyle/>
        <a:p>
          <a:pPr rtl="0"/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RESPONDED </a:t>
          </a:r>
          <a:endParaRPr lang="en-US" altLang="zh-TW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82320B8-0C26-48C8-AC13-920C68D92070}" type="parTrans" cxnId="{F036D518-B6B9-402D-ADCA-CED8EC5155AA}">
      <dgm:prSet/>
      <dgm:spPr/>
      <dgm:t>
        <a:bodyPr/>
        <a:lstStyle/>
        <a:p>
          <a:endParaRPr lang="zh-TW" altLang="en-US"/>
        </a:p>
      </dgm:t>
    </dgm:pt>
    <dgm:pt modelId="{5B9E3D72-905D-429A-84B7-E51C22334C02}" type="sibTrans" cxnId="{F036D518-B6B9-402D-ADCA-CED8EC5155AA}">
      <dgm:prSet/>
      <dgm:spPr/>
      <dgm:t>
        <a:bodyPr/>
        <a:lstStyle/>
        <a:p>
          <a:endParaRPr lang="zh-TW" altLang="en-US"/>
        </a:p>
      </dgm:t>
    </dgm:pt>
    <dgm:pt modelId="{86251C6A-A339-47F8-9028-FFFA30C2CE7A}">
      <dgm:prSet phldrT="[文字]" phldr="0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扣款建倉 </a:t>
          </a:r>
        </a:p>
      </dgm:t>
    </dgm:pt>
    <dgm:pt modelId="{C719CB34-6B9C-418F-B7C1-0DD2AC26A7E0}" type="parTrans" cxnId="{A98FA7EC-4ACF-4EB5-B3ED-F40D6EF33690}">
      <dgm:prSet/>
      <dgm:spPr/>
      <dgm:t>
        <a:bodyPr/>
        <a:lstStyle/>
        <a:p>
          <a:endParaRPr lang="zh-TW" altLang="en-US"/>
        </a:p>
      </dgm:t>
    </dgm:pt>
    <dgm:pt modelId="{D624475C-2742-4A87-8CFF-AC664721AA7B}" type="sibTrans" cxnId="{A98FA7EC-4ACF-4EB5-B3ED-F40D6EF33690}">
      <dgm:prSet/>
      <dgm:spPr/>
      <dgm:t>
        <a:bodyPr/>
        <a:lstStyle/>
        <a:p>
          <a:endParaRPr lang="zh-TW" altLang="en-US"/>
        </a:p>
      </dgm:t>
    </dgm:pt>
    <dgm:pt modelId="{3A169E0E-230A-4B13-A61A-ADF1AE8D59E3}">
      <dgm:prSet phldrT="[文字]" phldr="0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股價變動後「賣出」 </a:t>
          </a:r>
        </a:p>
      </dgm:t>
    </dgm:pt>
    <dgm:pt modelId="{B483D010-0862-4AAF-97F4-D57319BF6AC2}" type="parTrans" cxnId="{13593ED1-31CF-4E35-93C3-16E596F74CA7}">
      <dgm:prSet/>
      <dgm:spPr/>
      <dgm:t>
        <a:bodyPr/>
        <a:lstStyle/>
        <a:p>
          <a:endParaRPr lang="zh-TW" altLang="en-US"/>
        </a:p>
      </dgm:t>
    </dgm:pt>
    <dgm:pt modelId="{EFEA0FE8-755E-4B9A-9DB0-BDC7CF2D1450}" type="sibTrans" cxnId="{13593ED1-31CF-4E35-93C3-16E596F74CA7}">
      <dgm:prSet/>
      <dgm:spPr/>
      <dgm:t>
        <a:bodyPr/>
        <a:lstStyle/>
        <a:p>
          <a:endParaRPr lang="zh-TW" altLang="en-US"/>
        </a:p>
      </dgm:t>
    </dgm:pt>
    <dgm:pt modelId="{9D2D6095-9296-4BC9-8BF6-350612E78145}">
      <dgm:prSet phldrT="[文字]" phldr="0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結算損益</a:t>
          </a:r>
        </a:p>
      </dgm:t>
    </dgm:pt>
    <dgm:pt modelId="{6AD4A1CF-11B7-45EF-B549-925662D1E8FF}" type="parTrans" cxnId="{F52FB9C8-C039-4AE1-9919-D5D5A95763B1}">
      <dgm:prSet/>
      <dgm:spPr/>
      <dgm:t>
        <a:bodyPr/>
        <a:lstStyle/>
        <a:p>
          <a:endParaRPr lang="zh-TW" altLang="en-US"/>
        </a:p>
      </dgm:t>
    </dgm:pt>
    <dgm:pt modelId="{8C4E645B-4D0B-492C-BD19-1581ACCD749E}" type="sibTrans" cxnId="{F52FB9C8-C039-4AE1-9919-D5D5A95763B1}">
      <dgm:prSet/>
      <dgm:spPr/>
      <dgm:t>
        <a:bodyPr/>
        <a:lstStyle/>
        <a:p>
          <a:endParaRPr lang="zh-TW" altLang="en-US"/>
        </a:p>
      </dgm:t>
    </dgm:pt>
    <dgm:pt modelId="{5308419D-9987-4C92-8928-4BB2EAFFDF00}">
      <dgm:prSet phldrT="[文字]" phldr="0"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解析 JSON </a:t>
          </a:r>
          <a:endParaRPr lang="zh-TW" alt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5FD0891-98C4-4391-B470-482F0E752ACB}" type="parTrans" cxnId="{C6A318C5-EBD9-4DC9-A65D-FBBC59F8595C}">
      <dgm:prSet/>
      <dgm:spPr/>
      <dgm:t>
        <a:bodyPr/>
        <a:lstStyle/>
        <a:p>
          <a:endParaRPr lang="zh-TW" altLang="en-US"/>
        </a:p>
      </dgm:t>
    </dgm:pt>
    <dgm:pt modelId="{A26A0F58-39FC-4E67-BD54-2C29CFB057C5}" type="sibTrans" cxnId="{C6A318C5-EBD9-4DC9-A65D-FBBC59F8595C}">
      <dgm:prSet/>
      <dgm:spPr/>
      <dgm:t>
        <a:bodyPr/>
        <a:lstStyle/>
        <a:p>
          <a:endParaRPr lang="zh-TW" altLang="en-US"/>
        </a:p>
      </dgm:t>
    </dgm:pt>
    <dgm:pt modelId="{B17933BC-A97D-4810-9063-0F15F514D6ED}">
      <dgm:prSet phldrT="[文字]" phldr="0"/>
      <dgm:spPr/>
      <dgm:t>
        <a:bodyPr/>
        <a:lstStyle/>
        <a:p>
          <a:r>
            <a:rPr lang="zh-TW">
              <a:latin typeface="Aptos"/>
            </a:rPr>
            <a:t> </a:t>
          </a: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使用者「採納」</a:t>
          </a:r>
        </a:p>
      </dgm:t>
    </dgm:pt>
    <dgm:pt modelId="{9998B231-2FFE-4175-BC5D-54A1ADDD76AF}" type="parTrans" cxnId="{B0D71828-6FA0-4A46-A45D-C652DAC52F1B}">
      <dgm:prSet/>
      <dgm:spPr/>
      <dgm:t>
        <a:bodyPr/>
        <a:lstStyle/>
        <a:p>
          <a:endParaRPr lang="zh-TW" altLang="en-US"/>
        </a:p>
      </dgm:t>
    </dgm:pt>
    <dgm:pt modelId="{5B07B87B-419E-45EC-90D9-A9DDBD1E2ADE}" type="sibTrans" cxnId="{B0D71828-6FA0-4A46-A45D-C652DAC52F1B}">
      <dgm:prSet/>
      <dgm:spPr/>
      <dgm:t>
        <a:bodyPr/>
        <a:lstStyle/>
        <a:p>
          <a:endParaRPr lang="zh-TW" altLang="en-US"/>
        </a:p>
      </dgm:t>
    </dgm:pt>
    <dgm:pt modelId="{A071911B-1592-47D3-B816-A947B1293140}" type="pres">
      <dgm:prSet presAssocID="{2DD82F24-F4B1-40B9-8202-0FB9FBB76D7A}" presName="diagram" presStyleCnt="0">
        <dgm:presLayoutVars>
          <dgm:dir/>
          <dgm:resizeHandles val="exact"/>
        </dgm:presLayoutVars>
      </dgm:prSet>
      <dgm:spPr/>
    </dgm:pt>
    <dgm:pt modelId="{FD39F550-7168-4FFE-A7B0-920527061F4D}" type="pres">
      <dgm:prSet presAssocID="{EC01932F-5A35-4D0A-BA95-9E9D8AC4D8C1}" presName="node" presStyleLbl="node1" presStyleIdx="0" presStyleCnt="12">
        <dgm:presLayoutVars>
          <dgm:bulletEnabled val="1"/>
        </dgm:presLayoutVars>
      </dgm:prSet>
      <dgm:spPr/>
    </dgm:pt>
    <dgm:pt modelId="{0888BCA5-6D61-4A12-B29A-8CB4CA66F3B7}" type="pres">
      <dgm:prSet presAssocID="{E97A945B-07C2-4C4F-B955-354106881870}" presName="sibTrans" presStyleCnt="0"/>
      <dgm:spPr/>
    </dgm:pt>
    <dgm:pt modelId="{9948DE14-F49F-43CC-9EB1-A3F00CFE6B32}" type="pres">
      <dgm:prSet presAssocID="{237375C5-721B-4445-9EF5-9A597E3A900E}" presName="node" presStyleLbl="node1" presStyleIdx="1" presStyleCnt="12">
        <dgm:presLayoutVars>
          <dgm:bulletEnabled val="1"/>
        </dgm:presLayoutVars>
      </dgm:prSet>
      <dgm:spPr/>
    </dgm:pt>
    <dgm:pt modelId="{20A53AEB-9CC7-43D1-9D1B-E555B011D9D8}" type="pres">
      <dgm:prSet presAssocID="{93F7EDAF-5F54-4DB7-9D18-A663B84A5297}" presName="sibTrans" presStyleCnt="0"/>
      <dgm:spPr/>
    </dgm:pt>
    <dgm:pt modelId="{C6F98BF4-122E-4495-871F-8D22DE25B22B}" type="pres">
      <dgm:prSet presAssocID="{E1D981B7-C84D-43EE-9820-B74D50766EFA}" presName="node" presStyleLbl="node1" presStyleIdx="2" presStyleCnt="12">
        <dgm:presLayoutVars>
          <dgm:bulletEnabled val="1"/>
        </dgm:presLayoutVars>
      </dgm:prSet>
      <dgm:spPr/>
    </dgm:pt>
    <dgm:pt modelId="{B6B5E9BF-283E-4351-A869-641EDBA63B19}" type="pres">
      <dgm:prSet presAssocID="{56DC5F90-9ADD-4ED9-B84B-A68024C654A6}" presName="sibTrans" presStyleCnt="0"/>
      <dgm:spPr/>
    </dgm:pt>
    <dgm:pt modelId="{E075A0A8-0584-4EEE-97AD-C34DB890E1A3}" type="pres">
      <dgm:prSet presAssocID="{007EDC9C-9C57-4798-9993-A2368E8919E6}" presName="node" presStyleLbl="node1" presStyleIdx="3" presStyleCnt="12">
        <dgm:presLayoutVars>
          <dgm:bulletEnabled val="1"/>
        </dgm:presLayoutVars>
      </dgm:prSet>
      <dgm:spPr/>
    </dgm:pt>
    <dgm:pt modelId="{F86F2D10-9E77-429C-BA4C-078FE3D5ED61}" type="pres">
      <dgm:prSet presAssocID="{7996484E-2EB2-460B-980E-875984A58B64}" presName="sibTrans" presStyleCnt="0"/>
      <dgm:spPr/>
    </dgm:pt>
    <dgm:pt modelId="{22417834-8B4C-406D-8282-C73B01289C37}" type="pres">
      <dgm:prSet presAssocID="{7BEF470C-5BA9-4818-8ABF-DA9C4B3B3520}" presName="node" presStyleLbl="node1" presStyleIdx="4" presStyleCnt="12">
        <dgm:presLayoutVars>
          <dgm:bulletEnabled val="1"/>
        </dgm:presLayoutVars>
      </dgm:prSet>
      <dgm:spPr/>
    </dgm:pt>
    <dgm:pt modelId="{0D7C9C91-27DA-4843-96CF-DF0DE7CE7D1D}" type="pres">
      <dgm:prSet presAssocID="{316B8617-888E-4028-9852-43A690A328D1}" presName="sibTrans" presStyleCnt="0"/>
      <dgm:spPr/>
    </dgm:pt>
    <dgm:pt modelId="{8D9007F2-B20B-43BD-83EC-B14DD1727A78}" type="pres">
      <dgm:prSet presAssocID="{6579CAE8-D692-450F-A154-352051C9CBD7}" presName="node" presStyleLbl="node1" presStyleIdx="5" presStyleCnt="12">
        <dgm:presLayoutVars>
          <dgm:bulletEnabled val="1"/>
        </dgm:presLayoutVars>
      </dgm:prSet>
      <dgm:spPr/>
    </dgm:pt>
    <dgm:pt modelId="{109A8CA7-004C-4844-82DA-B3919F09EA76}" type="pres">
      <dgm:prSet presAssocID="{13CEF900-217C-4FD9-BCBC-8D2B8AAA8218}" presName="sibTrans" presStyleCnt="0"/>
      <dgm:spPr/>
    </dgm:pt>
    <dgm:pt modelId="{08D42EC0-5D0A-4286-9322-C167B816D0B7}" type="pres">
      <dgm:prSet presAssocID="{5308419D-9987-4C92-8928-4BB2EAFFDF00}" presName="node" presStyleLbl="node1" presStyleIdx="6" presStyleCnt="12">
        <dgm:presLayoutVars>
          <dgm:bulletEnabled val="1"/>
        </dgm:presLayoutVars>
      </dgm:prSet>
      <dgm:spPr/>
    </dgm:pt>
    <dgm:pt modelId="{50E5A88A-9B63-42C1-BE6E-0EA059797403}" type="pres">
      <dgm:prSet presAssocID="{A26A0F58-39FC-4E67-BD54-2C29CFB057C5}" presName="sibTrans" presStyleCnt="0"/>
      <dgm:spPr/>
    </dgm:pt>
    <dgm:pt modelId="{1C2E9A16-877F-4F1B-9D0A-B2E5947A7C51}" type="pres">
      <dgm:prSet presAssocID="{57540F1A-0B39-4D98-AD14-6FFCF48E35CF}" presName="node" presStyleLbl="node1" presStyleIdx="7" presStyleCnt="12">
        <dgm:presLayoutVars>
          <dgm:bulletEnabled val="1"/>
        </dgm:presLayoutVars>
      </dgm:prSet>
      <dgm:spPr/>
    </dgm:pt>
    <dgm:pt modelId="{6C5DE488-4635-4CC2-BEAD-F493A8145CC6}" type="pres">
      <dgm:prSet presAssocID="{5B9E3D72-905D-429A-84B7-E51C22334C02}" presName="sibTrans" presStyleCnt="0"/>
      <dgm:spPr/>
    </dgm:pt>
    <dgm:pt modelId="{8367EA16-E59F-4A45-AF4C-634F83613655}" type="pres">
      <dgm:prSet presAssocID="{B17933BC-A97D-4810-9063-0F15F514D6ED}" presName="node" presStyleLbl="node1" presStyleIdx="8" presStyleCnt="12">
        <dgm:presLayoutVars>
          <dgm:bulletEnabled val="1"/>
        </dgm:presLayoutVars>
      </dgm:prSet>
      <dgm:spPr/>
    </dgm:pt>
    <dgm:pt modelId="{609A3450-2FA2-4116-968C-3629A695C58A}" type="pres">
      <dgm:prSet presAssocID="{5B07B87B-419E-45EC-90D9-A9DDBD1E2ADE}" presName="sibTrans" presStyleCnt="0"/>
      <dgm:spPr/>
    </dgm:pt>
    <dgm:pt modelId="{D35EF6A0-596F-4306-89B3-BEDD3A75CE59}" type="pres">
      <dgm:prSet presAssocID="{86251C6A-A339-47F8-9028-FFFA30C2CE7A}" presName="node" presStyleLbl="node1" presStyleIdx="9" presStyleCnt="12">
        <dgm:presLayoutVars>
          <dgm:bulletEnabled val="1"/>
        </dgm:presLayoutVars>
      </dgm:prSet>
      <dgm:spPr/>
    </dgm:pt>
    <dgm:pt modelId="{F54BE0E4-CE96-4B0B-892A-09E92D573E3B}" type="pres">
      <dgm:prSet presAssocID="{D624475C-2742-4A87-8CFF-AC664721AA7B}" presName="sibTrans" presStyleCnt="0"/>
      <dgm:spPr/>
    </dgm:pt>
    <dgm:pt modelId="{68880FE8-D6BB-40E8-B8E7-CA4791CD58CA}" type="pres">
      <dgm:prSet presAssocID="{3A169E0E-230A-4B13-A61A-ADF1AE8D59E3}" presName="node" presStyleLbl="node1" presStyleIdx="10" presStyleCnt="12">
        <dgm:presLayoutVars>
          <dgm:bulletEnabled val="1"/>
        </dgm:presLayoutVars>
      </dgm:prSet>
      <dgm:spPr/>
    </dgm:pt>
    <dgm:pt modelId="{626E707D-0B1C-4B49-B611-ADFAFAC69376}" type="pres">
      <dgm:prSet presAssocID="{EFEA0FE8-755E-4B9A-9DB0-BDC7CF2D1450}" presName="sibTrans" presStyleCnt="0"/>
      <dgm:spPr/>
    </dgm:pt>
    <dgm:pt modelId="{2A6154CE-83DE-4393-B96F-240150177BC7}" type="pres">
      <dgm:prSet presAssocID="{9D2D6095-9296-4BC9-8BF6-350612E78145}" presName="node" presStyleLbl="node1" presStyleIdx="11" presStyleCnt="12">
        <dgm:presLayoutVars>
          <dgm:bulletEnabled val="1"/>
        </dgm:presLayoutVars>
      </dgm:prSet>
      <dgm:spPr/>
    </dgm:pt>
  </dgm:ptLst>
  <dgm:cxnLst>
    <dgm:cxn modelId="{DBA1F901-1163-44F7-837C-DD23ACB7A817}" type="presOf" srcId="{5308419D-9987-4C92-8928-4BB2EAFFDF00}" destId="{08D42EC0-5D0A-4286-9322-C167B816D0B7}" srcOrd="0" destOrd="0" presId="urn:microsoft.com/office/officeart/2005/8/layout/default"/>
    <dgm:cxn modelId="{AA5CB602-E22F-4C0B-A869-8881F70E3702}" srcId="{2DD82F24-F4B1-40B9-8202-0FB9FBB76D7A}" destId="{237375C5-721B-4445-9EF5-9A597E3A900E}" srcOrd="1" destOrd="0" parTransId="{0BD31351-F8D5-42AE-B4B2-DB0B4CB235E2}" sibTransId="{93F7EDAF-5F54-4DB7-9D18-A663B84A5297}"/>
    <dgm:cxn modelId="{7E6E2F07-4FAE-46F3-9CA8-94C5C2DB40FC}" type="presOf" srcId="{3A169E0E-230A-4B13-A61A-ADF1AE8D59E3}" destId="{68880FE8-D6BB-40E8-B8E7-CA4791CD58CA}" srcOrd="0" destOrd="0" presId="urn:microsoft.com/office/officeart/2005/8/layout/default"/>
    <dgm:cxn modelId="{BD8ECD0B-3D41-4EFB-AE7B-680203A15EA2}" srcId="{2DD82F24-F4B1-40B9-8202-0FB9FBB76D7A}" destId="{E1D981B7-C84D-43EE-9820-B74D50766EFA}" srcOrd="2" destOrd="0" parTransId="{6A106896-BEC6-4B66-AC37-D39F41C45AD1}" sibTransId="{56DC5F90-9ADD-4ED9-B84B-A68024C654A6}"/>
    <dgm:cxn modelId="{EA10EC0B-6D76-461D-B686-7B415E6C31B8}" type="presOf" srcId="{237375C5-721B-4445-9EF5-9A597E3A900E}" destId="{9948DE14-F49F-43CC-9EB1-A3F00CFE6B32}" srcOrd="0" destOrd="0" presId="urn:microsoft.com/office/officeart/2005/8/layout/default"/>
    <dgm:cxn modelId="{FCDE4A0E-B905-4338-8BC6-1EEC3933AF2F}" type="presOf" srcId="{86251C6A-A339-47F8-9028-FFFA30C2CE7A}" destId="{D35EF6A0-596F-4306-89B3-BEDD3A75CE59}" srcOrd="0" destOrd="0" presId="urn:microsoft.com/office/officeart/2005/8/layout/default"/>
    <dgm:cxn modelId="{953DEE13-D930-4BA1-AF69-B7B7C37E2D7D}" type="presOf" srcId="{7BEF470C-5BA9-4818-8ABF-DA9C4B3B3520}" destId="{22417834-8B4C-406D-8282-C73B01289C37}" srcOrd="0" destOrd="0" presId="urn:microsoft.com/office/officeart/2005/8/layout/default"/>
    <dgm:cxn modelId="{F036D518-B6B9-402D-ADCA-CED8EC5155AA}" srcId="{2DD82F24-F4B1-40B9-8202-0FB9FBB76D7A}" destId="{57540F1A-0B39-4D98-AD14-6FFCF48E35CF}" srcOrd="7" destOrd="0" parTransId="{982320B8-0C26-48C8-AC13-920C68D92070}" sibTransId="{5B9E3D72-905D-429A-84B7-E51C22334C02}"/>
    <dgm:cxn modelId="{B0D71828-6FA0-4A46-A45D-C652DAC52F1B}" srcId="{2DD82F24-F4B1-40B9-8202-0FB9FBB76D7A}" destId="{B17933BC-A97D-4810-9063-0F15F514D6ED}" srcOrd="8" destOrd="0" parTransId="{9998B231-2FFE-4175-BC5D-54A1ADDD76AF}" sibTransId="{5B07B87B-419E-45EC-90D9-A9DDBD1E2ADE}"/>
    <dgm:cxn modelId="{36EA6561-2B9C-430B-9EB2-60D6054AE0B2}" type="presOf" srcId="{B17933BC-A97D-4810-9063-0F15F514D6ED}" destId="{8367EA16-E59F-4A45-AF4C-634F83613655}" srcOrd="0" destOrd="0" presId="urn:microsoft.com/office/officeart/2005/8/layout/default"/>
    <dgm:cxn modelId="{09FA9C6B-AA56-466B-8C59-670FA4DD3290}" srcId="{2DD82F24-F4B1-40B9-8202-0FB9FBB76D7A}" destId="{007EDC9C-9C57-4798-9993-A2368E8919E6}" srcOrd="3" destOrd="0" parTransId="{01B5F88B-A56A-47D6-BE7F-0ADD50FFB926}" sibTransId="{7996484E-2EB2-460B-980E-875984A58B64}"/>
    <dgm:cxn modelId="{C5C2B46E-9DF9-4299-952C-3A77137C9C6A}" type="presOf" srcId="{57540F1A-0B39-4D98-AD14-6FFCF48E35CF}" destId="{1C2E9A16-877F-4F1B-9D0A-B2E5947A7C51}" srcOrd="0" destOrd="0" presId="urn:microsoft.com/office/officeart/2005/8/layout/default"/>
    <dgm:cxn modelId="{76136B8D-13B0-480E-945F-9E480DBAB028}" type="presOf" srcId="{007EDC9C-9C57-4798-9993-A2368E8919E6}" destId="{E075A0A8-0584-4EEE-97AD-C34DB890E1A3}" srcOrd="0" destOrd="0" presId="urn:microsoft.com/office/officeart/2005/8/layout/default"/>
    <dgm:cxn modelId="{3F0D5C9C-BD80-4A2D-BE15-8C4AEEA93B2F}" srcId="{2DD82F24-F4B1-40B9-8202-0FB9FBB76D7A}" destId="{7BEF470C-5BA9-4818-8ABF-DA9C4B3B3520}" srcOrd="4" destOrd="0" parTransId="{6EF6978F-3961-4FB0-BAF1-7F954FEBBA8A}" sibTransId="{316B8617-888E-4028-9852-43A690A328D1}"/>
    <dgm:cxn modelId="{82B209A2-0CE9-48DE-B68A-C7453573DB4C}" type="presOf" srcId="{2DD82F24-F4B1-40B9-8202-0FB9FBB76D7A}" destId="{A071911B-1592-47D3-B816-A947B1293140}" srcOrd="0" destOrd="0" presId="urn:microsoft.com/office/officeart/2005/8/layout/default"/>
    <dgm:cxn modelId="{13B879C0-CD2F-4FB1-AC60-5DB749D2536A}" type="presOf" srcId="{9D2D6095-9296-4BC9-8BF6-350612E78145}" destId="{2A6154CE-83DE-4393-B96F-240150177BC7}" srcOrd="0" destOrd="0" presId="urn:microsoft.com/office/officeart/2005/8/layout/default"/>
    <dgm:cxn modelId="{66A31EC1-9BC4-4A68-A89D-715487063342}" srcId="{2DD82F24-F4B1-40B9-8202-0FB9FBB76D7A}" destId="{EC01932F-5A35-4D0A-BA95-9E9D8AC4D8C1}" srcOrd="0" destOrd="0" parTransId="{9AC838E7-C2A3-4A72-A020-310705B504C9}" sibTransId="{E97A945B-07C2-4C4F-B955-354106881870}"/>
    <dgm:cxn modelId="{C6A318C5-EBD9-4DC9-A65D-FBBC59F8595C}" srcId="{2DD82F24-F4B1-40B9-8202-0FB9FBB76D7A}" destId="{5308419D-9987-4C92-8928-4BB2EAFFDF00}" srcOrd="6" destOrd="0" parTransId="{75FD0891-98C4-4391-B470-482F0E752ACB}" sibTransId="{A26A0F58-39FC-4E67-BD54-2C29CFB057C5}"/>
    <dgm:cxn modelId="{4040C1C7-98B7-4BD5-B1B3-7533391854FE}" srcId="{2DD82F24-F4B1-40B9-8202-0FB9FBB76D7A}" destId="{6579CAE8-D692-450F-A154-352051C9CBD7}" srcOrd="5" destOrd="0" parTransId="{5CF71D7B-797B-430F-A660-8C0E8E87C75B}" sibTransId="{13CEF900-217C-4FD9-BCBC-8D2B8AAA8218}"/>
    <dgm:cxn modelId="{F52FB9C8-C039-4AE1-9919-D5D5A95763B1}" srcId="{2DD82F24-F4B1-40B9-8202-0FB9FBB76D7A}" destId="{9D2D6095-9296-4BC9-8BF6-350612E78145}" srcOrd="11" destOrd="0" parTransId="{6AD4A1CF-11B7-45EF-B549-925662D1E8FF}" sibTransId="{8C4E645B-4D0B-492C-BD19-1581ACCD749E}"/>
    <dgm:cxn modelId="{13593ED1-31CF-4E35-93C3-16E596F74CA7}" srcId="{2DD82F24-F4B1-40B9-8202-0FB9FBB76D7A}" destId="{3A169E0E-230A-4B13-A61A-ADF1AE8D59E3}" srcOrd="10" destOrd="0" parTransId="{B483D010-0862-4AAF-97F4-D57319BF6AC2}" sibTransId="{EFEA0FE8-755E-4B9A-9DB0-BDC7CF2D1450}"/>
    <dgm:cxn modelId="{726C8CDE-885C-41BB-9A7F-A26824A2D03F}" type="presOf" srcId="{EC01932F-5A35-4D0A-BA95-9E9D8AC4D8C1}" destId="{FD39F550-7168-4FFE-A7B0-920527061F4D}" srcOrd="0" destOrd="0" presId="urn:microsoft.com/office/officeart/2005/8/layout/default"/>
    <dgm:cxn modelId="{A98FA7EC-4ACF-4EB5-B3ED-F40D6EF33690}" srcId="{2DD82F24-F4B1-40B9-8202-0FB9FBB76D7A}" destId="{86251C6A-A339-47F8-9028-FFFA30C2CE7A}" srcOrd="9" destOrd="0" parTransId="{C719CB34-6B9C-418F-B7C1-0DD2AC26A7E0}" sibTransId="{D624475C-2742-4A87-8CFF-AC664721AA7B}"/>
    <dgm:cxn modelId="{D1ECBEF3-97B2-494B-9E8C-DC86209ACF37}" type="presOf" srcId="{E1D981B7-C84D-43EE-9820-B74D50766EFA}" destId="{C6F98BF4-122E-4495-871F-8D22DE25B22B}" srcOrd="0" destOrd="0" presId="urn:microsoft.com/office/officeart/2005/8/layout/default"/>
    <dgm:cxn modelId="{06D8E7FD-C868-4B16-A3C6-543134735E88}" type="presOf" srcId="{6579CAE8-D692-450F-A154-352051C9CBD7}" destId="{8D9007F2-B20B-43BD-83EC-B14DD1727A78}" srcOrd="0" destOrd="0" presId="urn:microsoft.com/office/officeart/2005/8/layout/default"/>
    <dgm:cxn modelId="{0DFD910A-F15F-4DB2-9E44-DCB0891DCE56}" type="presParOf" srcId="{A071911B-1592-47D3-B816-A947B1293140}" destId="{FD39F550-7168-4FFE-A7B0-920527061F4D}" srcOrd="0" destOrd="0" presId="urn:microsoft.com/office/officeart/2005/8/layout/default"/>
    <dgm:cxn modelId="{F88EE87D-1D7D-40E1-A46D-5FAC82C35A18}" type="presParOf" srcId="{A071911B-1592-47D3-B816-A947B1293140}" destId="{0888BCA5-6D61-4A12-B29A-8CB4CA66F3B7}" srcOrd="1" destOrd="0" presId="urn:microsoft.com/office/officeart/2005/8/layout/default"/>
    <dgm:cxn modelId="{944E9646-D3BB-4777-9FD5-74BD6894C70D}" type="presParOf" srcId="{A071911B-1592-47D3-B816-A947B1293140}" destId="{9948DE14-F49F-43CC-9EB1-A3F00CFE6B32}" srcOrd="2" destOrd="0" presId="urn:microsoft.com/office/officeart/2005/8/layout/default"/>
    <dgm:cxn modelId="{D379C27F-A513-4FC6-B05D-DE904BC9F63F}" type="presParOf" srcId="{A071911B-1592-47D3-B816-A947B1293140}" destId="{20A53AEB-9CC7-43D1-9D1B-E555B011D9D8}" srcOrd="3" destOrd="0" presId="urn:microsoft.com/office/officeart/2005/8/layout/default"/>
    <dgm:cxn modelId="{3669E42F-B562-4C15-83F6-ABF7C53EAFAE}" type="presParOf" srcId="{A071911B-1592-47D3-B816-A947B1293140}" destId="{C6F98BF4-122E-4495-871F-8D22DE25B22B}" srcOrd="4" destOrd="0" presId="urn:microsoft.com/office/officeart/2005/8/layout/default"/>
    <dgm:cxn modelId="{3E120BE3-D871-4787-8A88-C306831CAA4B}" type="presParOf" srcId="{A071911B-1592-47D3-B816-A947B1293140}" destId="{B6B5E9BF-283E-4351-A869-641EDBA63B19}" srcOrd="5" destOrd="0" presId="urn:microsoft.com/office/officeart/2005/8/layout/default"/>
    <dgm:cxn modelId="{ADFA9045-4489-476C-AFA1-AAEBA47D139E}" type="presParOf" srcId="{A071911B-1592-47D3-B816-A947B1293140}" destId="{E075A0A8-0584-4EEE-97AD-C34DB890E1A3}" srcOrd="6" destOrd="0" presId="urn:microsoft.com/office/officeart/2005/8/layout/default"/>
    <dgm:cxn modelId="{63583346-9B0E-4A02-9EF1-90DBDCC95EC8}" type="presParOf" srcId="{A071911B-1592-47D3-B816-A947B1293140}" destId="{F86F2D10-9E77-429C-BA4C-078FE3D5ED61}" srcOrd="7" destOrd="0" presId="urn:microsoft.com/office/officeart/2005/8/layout/default"/>
    <dgm:cxn modelId="{C4BE603E-3016-4220-BA3B-19BF3ADBFE08}" type="presParOf" srcId="{A071911B-1592-47D3-B816-A947B1293140}" destId="{22417834-8B4C-406D-8282-C73B01289C37}" srcOrd="8" destOrd="0" presId="urn:microsoft.com/office/officeart/2005/8/layout/default"/>
    <dgm:cxn modelId="{1DA1C927-6E99-44F9-A5BA-0F782BACC466}" type="presParOf" srcId="{A071911B-1592-47D3-B816-A947B1293140}" destId="{0D7C9C91-27DA-4843-96CF-DF0DE7CE7D1D}" srcOrd="9" destOrd="0" presId="urn:microsoft.com/office/officeart/2005/8/layout/default"/>
    <dgm:cxn modelId="{6C4BEF1C-04CE-4D14-AED5-C9AAAF117B97}" type="presParOf" srcId="{A071911B-1592-47D3-B816-A947B1293140}" destId="{8D9007F2-B20B-43BD-83EC-B14DD1727A78}" srcOrd="10" destOrd="0" presId="urn:microsoft.com/office/officeart/2005/8/layout/default"/>
    <dgm:cxn modelId="{9F0D9F60-7E3E-410F-8AC2-EB652B236668}" type="presParOf" srcId="{A071911B-1592-47D3-B816-A947B1293140}" destId="{109A8CA7-004C-4844-82DA-B3919F09EA76}" srcOrd="11" destOrd="0" presId="urn:microsoft.com/office/officeart/2005/8/layout/default"/>
    <dgm:cxn modelId="{A7E5C440-C3E2-45ED-8BDA-B14367EA1AB7}" type="presParOf" srcId="{A071911B-1592-47D3-B816-A947B1293140}" destId="{08D42EC0-5D0A-4286-9322-C167B816D0B7}" srcOrd="12" destOrd="0" presId="urn:microsoft.com/office/officeart/2005/8/layout/default"/>
    <dgm:cxn modelId="{BD9A1087-680D-41A7-B703-F9FD8CA47CF3}" type="presParOf" srcId="{A071911B-1592-47D3-B816-A947B1293140}" destId="{50E5A88A-9B63-42C1-BE6E-0EA059797403}" srcOrd="13" destOrd="0" presId="urn:microsoft.com/office/officeart/2005/8/layout/default"/>
    <dgm:cxn modelId="{59ADE8EF-C41B-4DFC-9713-5A5B69728048}" type="presParOf" srcId="{A071911B-1592-47D3-B816-A947B1293140}" destId="{1C2E9A16-877F-4F1B-9D0A-B2E5947A7C51}" srcOrd="14" destOrd="0" presId="urn:microsoft.com/office/officeart/2005/8/layout/default"/>
    <dgm:cxn modelId="{C93029C3-C9C1-4027-89FF-03493DCEE8CD}" type="presParOf" srcId="{A071911B-1592-47D3-B816-A947B1293140}" destId="{6C5DE488-4635-4CC2-BEAD-F493A8145CC6}" srcOrd="15" destOrd="0" presId="urn:microsoft.com/office/officeart/2005/8/layout/default"/>
    <dgm:cxn modelId="{349A4D04-8D4E-402D-A641-8FF15265E006}" type="presParOf" srcId="{A071911B-1592-47D3-B816-A947B1293140}" destId="{8367EA16-E59F-4A45-AF4C-634F83613655}" srcOrd="16" destOrd="0" presId="urn:microsoft.com/office/officeart/2005/8/layout/default"/>
    <dgm:cxn modelId="{4DEEC37D-B2DA-4FCE-AB30-3F778A45E19D}" type="presParOf" srcId="{A071911B-1592-47D3-B816-A947B1293140}" destId="{609A3450-2FA2-4116-968C-3629A695C58A}" srcOrd="17" destOrd="0" presId="urn:microsoft.com/office/officeart/2005/8/layout/default"/>
    <dgm:cxn modelId="{5A814ACA-328C-486D-8AC8-81C91C500EB9}" type="presParOf" srcId="{A071911B-1592-47D3-B816-A947B1293140}" destId="{D35EF6A0-596F-4306-89B3-BEDD3A75CE59}" srcOrd="18" destOrd="0" presId="urn:microsoft.com/office/officeart/2005/8/layout/default"/>
    <dgm:cxn modelId="{5C9F3C2E-4CAF-4E58-AA4F-38D4E1D90ACA}" type="presParOf" srcId="{A071911B-1592-47D3-B816-A947B1293140}" destId="{F54BE0E4-CE96-4B0B-892A-09E92D573E3B}" srcOrd="19" destOrd="0" presId="urn:microsoft.com/office/officeart/2005/8/layout/default"/>
    <dgm:cxn modelId="{47286914-18A3-4853-8EF2-1D9638D92465}" type="presParOf" srcId="{A071911B-1592-47D3-B816-A947B1293140}" destId="{68880FE8-D6BB-40E8-B8E7-CA4791CD58CA}" srcOrd="20" destOrd="0" presId="urn:microsoft.com/office/officeart/2005/8/layout/default"/>
    <dgm:cxn modelId="{39C75A55-0AB8-4D98-81A8-45A029E3245B}" type="presParOf" srcId="{A071911B-1592-47D3-B816-A947B1293140}" destId="{626E707D-0B1C-4B49-B611-ADFAFAC69376}" srcOrd="21" destOrd="0" presId="urn:microsoft.com/office/officeart/2005/8/layout/default"/>
    <dgm:cxn modelId="{BD988413-8878-4B12-8A7D-F7E9AADD6871}" type="presParOf" srcId="{A071911B-1592-47D3-B816-A947B1293140}" destId="{2A6154CE-83DE-4393-B96F-240150177BC7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BAD644-D6B6-48CD-A01A-7C2F7F3D681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938F56-8230-407B-86E0-7CABBEB92F2A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為何用 202 + callback：慢任務不阻塞 Dispatcher，先收下、背景做、做完回報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A9246F4-0DFC-43FE-8321-2D3C1116A4E1}" type="parTrans" cxnId="{9DD7453A-11D1-43D2-A201-9461C99235B5}">
      <dgm:prSet/>
      <dgm:spPr/>
      <dgm:t>
        <a:bodyPr/>
        <a:lstStyle/>
        <a:p>
          <a:endParaRPr lang="en-US"/>
        </a:p>
      </dgm:t>
    </dgm:pt>
    <dgm:pt modelId="{5EE2E1DE-9543-47B3-B0AE-AEE43A5F9C18}" type="sibTrans" cxnId="{9DD7453A-11D1-43D2-A201-9461C99235B5}">
      <dgm:prSet/>
      <dgm:spPr/>
      <dgm:t>
        <a:bodyPr/>
        <a:lstStyle/>
        <a:p>
          <a:endParaRPr lang="en-US"/>
        </a:p>
      </dgm:t>
    </dgm:pt>
    <dgm:pt modelId="{0DF97F12-1A48-4B85-9B85-BC07C5A1D414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一鍵問三位（fanout）：一次建 3 筆共用 group_id，並排比較人設差異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57B6FE6-5514-4B11-BB35-B33B92458CB4}" type="parTrans" cxnId="{3C1EC0A8-F3C3-4FE0-96E8-9882E611E5A5}">
      <dgm:prSet/>
      <dgm:spPr/>
      <dgm:t>
        <a:bodyPr/>
        <a:lstStyle/>
        <a:p>
          <a:endParaRPr lang="en-US"/>
        </a:p>
      </dgm:t>
    </dgm:pt>
    <dgm:pt modelId="{59182FC1-DD8B-41C6-903A-B481439CC228}" type="sibTrans" cxnId="{3C1EC0A8-F3C3-4FE0-96E8-9882E611E5A5}">
      <dgm:prSet/>
      <dgm:spPr/>
      <dgm:t>
        <a:bodyPr/>
        <a:lstStyle/>
        <a:p>
          <a:endParaRPr lang="en-US"/>
        </a:p>
      </dgm:t>
    </dgm:pt>
    <dgm:pt modelId="{48088DF6-8D18-470C-B450-95CBD4A2B2D6}">
      <dgm:prSet/>
      <dgm:spPr/>
      <dgm:t>
        <a:bodyPr/>
        <a:lstStyle/>
        <a:p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Job 狀態機（小圖）：QUEUED → RUNNING → RESPONDED → ACCEPTED / REJECTED / EXPIRED</a:t>
          </a:r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13AE452-420B-4403-95F6-CF9725E636B0}" type="parTrans" cxnId="{E9C8119B-D590-42BF-8A21-6DD2843DD3EB}">
      <dgm:prSet/>
      <dgm:spPr/>
      <dgm:t>
        <a:bodyPr/>
        <a:lstStyle/>
        <a:p>
          <a:endParaRPr lang="en-US"/>
        </a:p>
      </dgm:t>
    </dgm:pt>
    <dgm:pt modelId="{10688BF5-1298-4BB5-9DF5-9D119A26C36E}" type="sibTrans" cxnId="{E9C8119B-D590-42BF-8A21-6DD2843DD3EB}">
      <dgm:prSet/>
      <dgm:spPr/>
      <dgm:t>
        <a:bodyPr/>
        <a:lstStyle/>
        <a:p>
          <a:endParaRPr lang="en-US"/>
        </a:p>
      </dgm:t>
    </dgm:pt>
    <dgm:pt modelId="{A290E80F-1721-4DB6-B61B-53F9CB264C92}" type="pres">
      <dgm:prSet presAssocID="{8CBAD644-D6B6-48CD-A01A-7C2F7F3D681E}" presName="linear" presStyleCnt="0">
        <dgm:presLayoutVars>
          <dgm:animLvl val="lvl"/>
          <dgm:resizeHandles val="exact"/>
        </dgm:presLayoutVars>
      </dgm:prSet>
      <dgm:spPr/>
    </dgm:pt>
    <dgm:pt modelId="{E8F7415D-27E6-47C0-A377-E8E5AB451DF5}" type="pres">
      <dgm:prSet presAssocID="{D1938F56-8230-407B-86E0-7CABBEB92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B2C817-1071-4609-AFF5-700D88D8F222}" type="pres">
      <dgm:prSet presAssocID="{5EE2E1DE-9543-47B3-B0AE-AEE43A5F9C18}" presName="spacer" presStyleCnt="0"/>
      <dgm:spPr/>
    </dgm:pt>
    <dgm:pt modelId="{FC365669-1F4A-46BC-8F2F-2CFC03596515}" type="pres">
      <dgm:prSet presAssocID="{0DF97F12-1A48-4B85-9B85-BC07C5A1D4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F41867C-CD1A-4969-901D-66809A04D772}" type="pres">
      <dgm:prSet presAssocID="{59182FC1-DD8B-41C6-903A-B481439CC228}" presName="spacer" presStyleCnt="0"/>
      <dgm:spPr/>
    </dgm:pt>
    <dgm:pt modelId="{0E7F5189-8DCD-4C10-8A92-900CBA4A0042}" type="pres">
      <dgm:prSet presAssocID="{48088DF6-8D18-470C-B450-95CBD4A2B2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D7453A-11D1-43D2-A201-9461C99235B5}" srcId="{8CBAD644-D6B6-48CD-A01A-7C2F7F3D681E}" destId="{D1938F56-8230-407B-86E0-7CABBEB92F2A}" srcOrd="0" destOrd="0" parTransId="{9A9246F4-0DFC-43FE-8321-2D3C1116A4E1}" sibTransId="{5EE2E1DE-9543-47B3-B0AE-AEE43A5F9C18}"/>
    <dgm:cxn modelId="{0862A161-51D6-4FD9-A085-4B72D8E7DE70}" type="presOf" srcId="{48088DF6-8D18-470C-B450-95CBD4A2B2D6}" destId="{0E7F5189-8DCD-4C10-8A92-900CBA4A0042}" srcOrd="0" destOrd="0" presId="urn:microsoft.com/office/officeart/2005/8/layout/vList2"/>
    <dgm:cxn modelId="{E9C8119B-D590-42BF-8A21-6DD2843DD3EB}" srcId="{8CBAD644-D6B6-48CD-A01A-7C2F7F3D681E}" destId="{48088DF6-8D18-470C-B450-95CBD4A2B2D6}" srcOrd="2" destOrd="0" parTransId="{E13AE452-420B-4403-95F6-CF9725E636B0}" sibTransId="{10688BF5-1298-4BB5-9DF5-9D119A26C36E}"/>
    <dgm:cxn modelId="{24E8469D-8A1C-4B3E-AA21-B42A711682CB}" type="presOf" srcId="{0DF97F12-1A48-4B85-9B85-BC07C5A1D414}" destId="{FC365669-1F4A-46BC-8F2F-2CFC03596515}" srcOrd="0" destOrd="0" presId="urn:microsoft.com/office/officeart/2005/8/layout/vList2"/>
    <dgm:cxn modelId="{3C1EC0A8-F3C3-4FE0-96E8-9882E611E5A5}" srcId="{8CBAD644-D6B6-48CD-A01A-7C2F7F3D681E}" destId="{0DF97F12-1A48-4B85-9B85-BC07C5A1D414}" srcOrd="1" destOrd="0" parTransId="{D57B6FE6-5514-4B11-BB35-B33B92458CB4}" sibTransId="{59182FC1-DD8B-41C6-903A-B481439CC228}"/>
    <dgm:cxn modelId="{EEA9D5A9-1CE7-42B3-876F-6A4074E72612}" type="presOf" srcId="{8CBAD644-D6B6-48CD-A01A-7C2F7F3D681E}" destId="{A290E80F-1721-4DB6-B61B-53F9CB264C92}" srcOrd="0" destOrd="0" presId="urn:microsoft.com/office/officeart/2005/8/layout/vList2"/>
    <dgm:cxn modelId="{3B7C81AF-8202-45FB-B631-FE9C93361AFD}" type="presOf" srcId="{D1938F56-8230-407B-86E0-7CABBEB92F2A}" destId="{E8F7415D-27E6-47C0-A377-E8E5AB451DF5}" srcOrd="0" destOrd="0" presId="urn:microsoft.com/office/officeart/2005/8/layout/vList2"/>
    <dgm:cxn modelId="{1FBCBE35-B14D-4736-9CAE-A3B5A9D7A98F}" type="presParOf" srcId="{A290E80F-1721-4DB6-B61B-53F9CB264C92}" destId="{E8F7415D-27E6-47C0-A377-E8E5AB451DF5}" srcOrd="0" destOrd="0" presId="urn:microsoft.com/office/officeart/2005/8/layout/vList2"/>
    <dgm:cxn modelId="{15D51DB4-86A7-4013-835D-6D1F3C77567D}" type="presParOf" srcId="{A290E80F-1721-4DB6-B61B-53F9CB264C92}" destId="{70B2C817-1071-4609-AFF5-700D88D8F222}" srcOrd="1" destOrd="0" presId="urn:microsoft.com/office/officeart/2005/8/layout/vList2"/>
    <dgm:cxn modelId="{88BCF005-DA4F-465D-87FE-F930ECA02267}" type="presParOf" srcId="{A290E80F-1721-4DB6-B61B-53F9CB264C92}" destId="{FC365669-1F4A-46BC-8F2F-2CFC03596515}" srcOrd="2" destOrd="0" presId="urn:microsoft.com/office/officeart/2005/8/layout/vList2"/>
    <dgm:cxn modelId="{F236B7ED-72FF-4C3A-83D3-3303645EF936}" type="presParOf" srcId="{A290E80F-1721-4DB6-B61B-53F9CB264C92}" destId="{CF41867C-CD1A-4969-901D-66809A04D772}" srcOrd="3" destOrd="0" presId="urn:microsoft.com/office/officeart/2005/8/layout/vList2"/>
    <dgm:cxn modelId="{9D86DA2A-759E-4272-B949-3C6561812989}" type="presParOf" srcId="{A290E80F-1721-4DB6-B61B-53F9CB264C92}" destId="{0E7F5189-8DCD-4C10-8A92-900CBA4A004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07CD0C-C681-4E86-A051-F3ABB50E8740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336FD3-C05C-444E-ABE9-4A91BF726FDE}">
      <dgm:prSet custT="1"/>
      <dgm:spPr/>
      <dgm:t>
        <a:bodyPr/>
        <a:lstStyle/>
        <a:p>
          <a:pPr rtl="0"/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防線一</a:t>
          </a:r>
          <a:r>
            <a:rPr lang="zh-TW" altLang="en-US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  </a:t>
          </a:r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Ollama format=json：從源頭強制合法 JSON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gm:t>
    </dgm:pt>
    <dgm:pt modelId="{CD7BAEF8-71C2-463F-AF21-D4A42699811B}" type="parTrans" cxnId="{15E07B75-6FB1-401D-BEB3-86A974DBD799}">
      <dgm:prSet/>
      <dgm:spPr/>
      <dgm:t>
        <a:bodyPr/>
        <a:lstStyle/>
        <a:p>
          <a:endParaRPr lang="en-US"/>
        </a:p>
      </dgm:t>
    </dgm:pt>
    <dgm:pt modelId="{98B92849-B148-4495-8DF9-9858ADE272B4}" type="sibTrans" cxnId="{15E07B75-6FB1-401D-BEB3-86A974DBD799}">
      <dgm:prSet/>
      <dgm:spPr/>
      <dgm:t>
        <a:bodyPr/>
        <a:lstStyle/>
        <a:p>
          <a:endParaRPr lang="en-US"/>
        </a:p>
      </dgm:t>
    </dgm:pt>
    <dgm:pt modelId="{455E8BCF-451C-469A-B4D1-0941FB2A342B}">
      <dgm:prSet/>
      <dgm:spPr/>
      <dgm:t>
        <a:bodyPr/>
        <a:lstStyle/>
        <a:p>
          <a:pPr rtl="0"/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防線二</a:t>
          </a:r>
          <a:r>
            <a:rPr lang="zh-TW" altLang="en-US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</a:t>
          </a:r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Few-shot 範例 + 限 analysis 30 字：避免 token 被分析文字吃光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gm:t>
    </dgm:pt>
    <dgm:pt modelId="{0380DB76-1781-4004-858A-4CE9095C064E}" type="parTrans" cxnId="{8EE22CB7-7E9F-4DBB-85BD-DD79AE823D32}">
      <dgm:prSet/>
      <dgm:spPr/>
      <dgm:t>
        <a:bodyPr/>
        <a:lstStyle/>
        <a:p>
          <a:endParaRPr lang="en-US"/>
        </a:p>
      </dgm:t>
    </dgm:pt>
    <dgm:pt modelId="{C4D988D4-1C8C-4E7B-A6F1-5A3A69764728}" type="sibTrans" cxnId="{8EE22CB7-7E9F-4DBB-85BD-DD79AE823D32}">
      <dgm:prSet/>
      <dgm:spPr/>
      <dgm:t>
        <a:bodyPr/>
        <a:lstStyle/>
        <a:p>
          <a:endParaRPr lang="en-US"/>
        </a:p>
      </dgm:t>
    </dgm:pt>
    <dgm:pt modelId="{B58ED538-26D7-4E48-8845-ABF459694689}">
      <dgm:prSet/>
      <dgm:spPr/>
      <dgm:t>
        <a:bodyPr/>
        <a:lstStyle/>
        <a:p>
          <a:pPr rtl="0"/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防線三</a:t>
          </a:r>
          <a:r>
            <a:rPr lang="zh-TW" altLang="en-US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 </a:t>
          </a:r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parser 四層 fallback：json 圍欄 → 裸 JSON → regex 撈取 → 從分析文字反推股票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gm:t>
    </dgm:pt>
    <dgm:pt modelId="{51796F14-A1A8-4D49-BF69-E5C318D2109E}" type="parTrans" cxnId="{DE2BF1DB-D566-4872-98CD-2AAAA3026474}">
      <dgm:prSet/>
      <dgm:spPr/>
      <dgm:t>
        <a:bodyPr/>
        <a:lstStyle/>
        <a:p>
          <a:endParaRPr lang="en-US"/>
        </a:p>
      </dgm:t>
    </dgm:pt>
    <dgm:pt modelId="{AE25E2B9-E4CC-4F19-8A1E-03FD20DB29E4}" type="sibTrans" cxnId="{DE2BF1DB-D566-4872-98CD-2AAAA3026474}">
      <dgm:prSet/>
      <dgm:spPr/>
      <dgm:t>
        <a:bodyPr/>
        <a:lstStyle/>
        <a:p>
          <a:endParaRPr lang="en-US"/>
        </a:p>
      </dgm:t>
    </dgm:pt>
    <dgm:pt modelId="{674522C6-A9CE-4FC4-8A1F-68FC2D04C4C9}">
      <dgm:prSet/>
      <dgm:spPr/>
      <dgm:t>
        <a:bodyPr/>
        <a:lstStyle/>
        <a:p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封閉知識庫 RAG：8 支</a:t>
          </a:r>
          <a:r>
            <a:rPr lang="zh-TW" sz="2000" b="1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虛構</a:t>
          </a:r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股票全塞進 prompt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gm:t>
    </dgm:pt>
    <dgm:pt modelId="{4E61B9A8-9116-4A78-9020-74FCE50EBCA0}" type="parTrans" cxnId="{35B04B0F-2BC4-4558-B984-2C75737288D0}">
      <dgm:prSet/>
      <dgm:spPr/>
      <dgm:t>
        <a:bodyPr/>
        <a:lstStyle/>
        <a:p>
          <a:endParaRPr lang="en-US"/>
        </a:p>
      </dgm:t>
    </dgm:pt>
    <dgm:pt modelId="{F0FCEFE0-9377-4F68-822A-72988AD90B18}" type="sibTrans" cxnId="{35B04B0F-2BC4-4558-B984-2C75737288D0}">
      <dgm:prSet/>
      <dgm:spPr/>
      <dgm:t>
        <a:bodyPr/>
        <a:lstStyle/>
        <a:p>
          <a:endParaRPr lang="en-US"/>
        </a:p>
      </dgm:t>
    </dgm:pt>
    <dgm:pt modelId="{DF19F6B6-9E85-4518-9C2D-5BD80C27CD6D}" type="pres">
      <dgm:prSet presAssocID="{6207CD0C-C681-4E86-A051-F3ABB50E8740}" presName="outerComposite" presStyleCnt="0">
        <dgm:presLayoutVars>
          <dgm:chMax val="5"/>
          <dgm:dir/>
          <dgm:resizeHandles val="exact"/>
        </dgm:presLayoutVars>
      </dgm:prSet>
      <dgm:spPr/>
    </dgm:pt>
    <dgm:pt modelId="{CB799D98-EC52-4224-A618-4603D950D594}" type="pres">
      <dgm:prSet presAssocID="{6207CD0C-C681-4E86-A051-F3ABB50E8740}" presName="dummyMaxCanvas" presStyleCnt="0">
        <dgm:presLayoutVars/>
      </dgm:prSet>
      <dgm:spPr/>
    </dgm:pt>
    <dgm:pt modelId="{3CC53ABC-0793-4141-906C-3B77036CF522}" type="pres">
      <dgm:prSet presAssocID="{6207CD0C-C681-4E86-A051-F3ABB50E8740}" presName="FourNodes_1" presStyleLbl="node1" presStyleIdx="0" presStyleCnt="4">
        <dgm:presLayoutVars>
          <dgm:bulletEnabled val="1"/>
        </dgm:presLayoutVars>
      </dgm:prSet>
      <dgm:spPr/>
    </dgm:pt>
    <dgm:pt modelId="{068A7D6D-A2D5-4182-95FA-82D070EE098D}" type="pres">
      <dgm:prSet presAssocID="{6207CD0C-C681-4E86-A051-F3ABB50E8740}" presName="FourNodes_2" presStyleLbl="node1" presStyleIdx="1" presStyleCnt="4">
        <dgm:presLayoutVars>
          <dgm:bulletEnabled val="1"/>
        </dgm:presLayoutVars>
      </dgm:prSet>
      <dgm:spPr/>
    </dgm:pt>
    <dgm:pt modelId="{379F1AB9-C190-4BF2-ADAE-EEB542DE2967}" type="pres">
      <dgm:prSet presAssocID="{6207CD0C-C681-4E86-A051-F3ABB50E8740}" presName="FourNodes_3" presStyleLbl="node1" presStyleIdx="2" presStyleCnt="4">
        <dgm:presLayoutVars>
          <dgm:bulletEnabled val="1"/>
        </dgm:presLayoutVars>
      </dgm:prSet>
      <dgm:spPr/>
    </dgm:pt>
    <dgm:pt modelId="{B8BDFEF6-ABCF-4E50-A901-52BF5AE89DF7}" type="pres">
      <dgm:prSet presAssocID="{6207CD0C-C681-4E86-A051-F3ABB50E8740}" presName="FourNodes_4" presStyleLbl="node1" presStyleIdx="3" presStyleCnt="4">
        <dgm:presLayoutVars>
          <dgm:bulletEnabled val="1"/>
        </dgm:presLayoutVars>
      </dgm:prSet>
      <dgm:spPr/>
    </dgm:pt>
    <dgm:pt modelId="{3F7C6549-885D-479B-BFAB-9A2F81C147CD}" type="pres">
      <dgm:prSet presAssocID="{6207CD0C-C681-4E86-A051-F3ABB50E8740}" presName="FourConn_1-2" presStyleLbl="fgAccFollowNode1" presStyleIdx="0" presStyleCnt="3">
        <dgm:presLayoutVars>
          <dgm:bulletEnabled val="1"/>
        </dgm:presLayoutVars>
      </dgm:prSet>
      <dgm:spPr/>
    </dgm:pt>
    <dgm:pt modelId="{95F1F16C-33EA-4C88-8874-F96973B6D411}" type="pres">
      <dgm:prSet presAssocID="{6207CD0C-C681-4E86-A051-F3ABB50E8740}" presName="FourConn_2-3" presStyleLbl="fgAccFollowNode1" presStyleIdx="1" presStyleCnt="3">
        <dgm:presLayoutVars>
          <dgm:bulletEnabled val="1"/>
        </dgm:presLayoutVars>
      </dgm:prSet>
      <dgm:spPr/>
    </dgm:pt>
    <dgm:pt modelId="{49FF4F97-36BF-4583-9506-7673FD400AD6}" type="pres">
      <dgm:prSet presAssocID="{6207CD0C-C681-4E86-A051-F3ABB50E8740}" presName="FourConn_3-4" presStyleLbl="fgAccFollowNode1" presStyleIdx="2" presStyleCnt="3">
        <dgm:presLayoutVars>
          <dgm:bulletEnabled val="1"/>
        </dgm:presLayoutVars>
      </dgm:prSet>
      <dgm:spPr/>
    </dgm:pt>
    <dgm:pt modelId="{BFEA38CE-B362-4283-B6EC-F9F86A4968C6}" type="pres">
      <dgm:prSet presAssocID="{6207CD0C-C681-4E86-A051-F3ABB50E8740}" presName="FourNodes_1_text" presStyleLbl="node1" presStyleIdx="3" presStyleCnt="4">
        <dgm:presLayoutVars>
          <dgm:bulletEnabled val="1"/>
        </dgm:presLayoutVars>
      </dgm:prSet>
      <dgm:spPr/>
    </dgm:pt>
    <dgm:pt modelId="{4AEEFFA8-5FEC-48BC-8117-B00121DFE65B}" type="pres">
      <dgm:prSet presAssocID="{6207CD0C-C681-4E86-A051-F3ABB50E8740}" presName="FourNodes_2_text" presStyleLbl="node1" presStyleIdx="3" presStyleCnt="4">
        <dgm:presLayoutVars>
          <dgm:bulletEnabled val="1"/>
        </dgm:presLayoutVars>
      </dgm:prSet>
      <dgm:spPr/>
    </dgm:pt>
    <dgm:pt modelId="{5784E27A-5827-48CB-8131-9BBC016F37D3}" type="pres">
      <dgm:prSet presAssocID="{6207CD0C-C681-4E86-A051-F3ABB50E8740}" presName="FourNodes_3_text" presStyleLbl="node1" presStyleIdx="3" presStyleCnt="4">
        <dgm:presLayoutVars>
          <dgm:bulletEnabled val="1"/>
        </dgm:presLayoutVars>
      </dgm:prSet>
      <dgm:spPr/>
    </dgm:pt>
    <dgm:pt modelId="{5AD6298C-7E2E-438A-A8D8-931FB40B889C}" type="pres">
      <dgm:prSet presAssocID="{6207CD0C-C681-4E86-A051-F3ABB50E874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5B04B0F-2BC4-4558-B984-2C75737288D0}" srcId="{6207CD0C-C681-4E86-A051-F3ABB50E8740}" destId="{674522C6-A9CE-4FC4-8A1F-68FC2D04C4C9}" srcOrd="3" destOrd="0" parTransId="{4E61B9A8-9116-4A78-9020-74FCE50EBCA0}" sibTransId="{F0FCEFE0-9377-4F68-822A-72988AD90B18}"/>
    <dgm:cxn modelId="{CCE5221C-42F4-47B1-B8CB-5BA0AB11A778}" type="presOf" srcId="{B58ED538-26D7-4E48-8845-ABF459694689}" destId="{5784E27A-5827-48CB-8131-9BBC016F37D3}" srcOrd="1" destOrd="0" presId="urn:microsoft.com/office/officeart/2005/8/layout/vProcess5"/>
    <dgm:cxn modelId="{9C4A7B32-F603-4E88-B1C3-0CCB8D81C265}" type="presOf" srcId="{C4D988D4-1C8C-4E7B-A6F1-5A3A69764728}" destId="{95F1F16C-33EA-4C88-8874-F96973B6D411}" srcOrd="0" destOrd="0" presId="urn:microsoft.com/office/officeart/2005/8/layout/vProcess5"/>
    <dgm:cxn modelId="{A5E89435-96B8-4A80-879A-6F9359BDB7FB}" type="presOf" srcId="{FC336FD3-C05C-444E-ABE9-4A91BF726FDE}" destId="{3CC53ABC-0793-4141-906C-3B77036CF522}" srcOrd="0" destOrd="0" presId="urn:microsoft.com/office/officeart/2005/8/layout/vProcess5"/>
    <dgm:cxn modelId="{072D3462-57EE-4E85-9C7A-3C0C9F6053DC}" type="presOf" srcId="{674522C6-A9CE-4FC4-8A1F-68FC2D04C4C9}" destId="{5AD6298C-7E2E-438A-A8D8-931FB40B889C}" srcOrd="1" destOrd="0" presId="urn:microsoft.com/office/officeart/2005/8/layout/vProcess5"/>
    <dgm:cxn modelId="{BE3CB44A-0A5D-441F-8564-6362CAE04285}" type="presOf" srcId="{674522C6-A9CE-4FC4-8A1F-68FC2D04C4C9}" destId="{B8BDFEF6-ABCF-4E50-A901-52BF5AE89DF7}" srcOrd="0" destOrd="0" presId="urn:microsoft.com/office/officeart/2005/8/layout/vProcess5"/>
    <dgm:cxn modelId="{15E07B75-6FB1-401D-BEB3-86A974DBD799}" srcId="{6207CD0C-C681-4E86-A051-F3ABB50E8740}" destId="{FC336FD3-C05C-444E-ABE9-4A91BF726FDE}" srcOrd="0" destOrd="0" parTransId="{CD7BAEF8-71C2-463F-AF21-D4A42699811B}" sibTransId="{98B92849-B148-4495-8DF9-9858ADE272B4}"/>
    <dgm:cxn modelId="{51D42A78-2AC2-4C54-8445-0AE8B5F91A32}" type="presOf" srcId="{455E8BCF-451C-469A-B4D1-0941FB2A342B}" destId="{4AEEFFA8-5FEC-48BC-8117-B00121DFE65B}" srcOrd="1" destOrd="0" presId="urn:microsoft.com/office/officeart/2005/8/layout/vProcess5"/>
    <dgm:cxn modelId="{61B0E578-334D-4F2B-ABFF-5044914D1E91}" type="presOf" srcId="{AE25E2B9-E4CC-4F19-8A1E-03FD20DB29E4}" destId="{49FF4F97-36BF-4583-9506-7673FD400AD6}" srcOrd="0" destOrd="0" presId="urn:microsoft.com/office/officeart/2005/8/layout/vProcess5"/>
    <dgm:cxn modelId="{6EFCE683-6314-4814-8BF2-AA9A5D94BE48}" type="presOf" srcId="{455E8BCF-451C-469A-B4D1-0941FB2A342B}" destId="{068A7D6D-A2D5-4182-95FA-82D070EE098D}" srcOrd="0" destOrd="0" presId="urn:microsoft.com/office/officeart/2005/8/layout/vProcess5"/>
    <dgm:cxn modelId="{EBF1F18E-6EC3-4950-93C6-D61E152ECE6C}" type="presOf" srcId="{FC336FD3-C05C-444E-ABE9-4A91BF726FDE}" destId="{BFEA38CE-B362-4283-B6EC-F9F86A4968C6}" srcOrd="1" destOrd="0" presId="urn:microsoft.com/office/officeart/2005/8/layout/vProcess5"/>
    <dgm:cxn modelId="{682AC294-DABD-481E-B441-F43A96740F62}" type="presOf" srcId="{B58ED538-26D7-4E48-8845-ABF459694689}" destId="{379F1AB9-C190-4BF2-ADAE-EEB542DE2967}" srcOrd="0" destOrd="0" presId="urn:microsoft.com/office/officeart/2005/8/layout/vProcess5"/>
    <dgm:cxn modelId="{610A29A6-0F70-4394-9B86-52798251B180}" type="presOf" srcId="{6207CD0C-C681-4E86-A051-F3ABB50E8740}" destId="{DF19F6B6-9E85-4518-9C2D-5BD80C27CD6D}" srcOrd="0" destOrd="0" presId="urn:microsoft.com/office/officeart/2005/8/layout/vProcess5"/>
    <dgm:cxn modelId="{8EE22CB7-7E9F-4DBB-85BD-DD79AE823D32}" srcId="{6207CD0C-C681-4E86-A051-F3ABB50E8740}" destId="{455E8BCF-451C-469A-B4D1-0941FB2A342B}" srcOrd="1" destOrd="0" parTransId="{0380DB76-1781-4004-858A-4CE9095C064E}" sibTransId="{C4D988D4-1C8C-4E7B-A6F1-5A3A69764728}"/>
    <dgm:cxn modelId="{E8A595D5-6FCE-4F5C-B3A1-2251A8274F60}" type="presOf" srcId="{98B92849-B148-4495-8DF9-9858ADE272B4}" destId="{3F7C6549-885D-479B-BFAB-9A2F81C147CD}" srcOrd="0" destOrd="0" presId="urn:microsoft.com/office/officeart/2005/8/layout/vProcess5"/>
    <dgm:cxn modelId="{DE2BF1DB-D566-4872-98CD-2AAAA3026474}" srcId="{6207CD0C-C681-4E86-A051-F3ABB50E8740}" destId="{B58ED538-26D7-4E48-8845-ABF459694689}" srcOrd="2" destOrd="0" parTransId="{51796F14-A1A8-4D49-BF69-E5C318D2109E}" sibTransId="{AE25E2B9-E4CC-4F19-8A1E-03FD20DB29E4}"/>
    <dgm:cxn modelId="{3130E88C-A073-415F-85D5-B0017BC0F5AB}" type="presParOf" srcId="{DF19F6B6-9E85-4518-9C2D-5BD80C27CD6D}" destId="{CB799D98-EC52-4224-A618-4603D950D594}" srcOrd="0" destOrd="0" presId="urn:microsoft.com/office/officeart/2005/8/layout/vProcess5"/>
    <dgm:cxn modelId="{8514DB90-C438-4784-BB56-ABBC8C714BEC}" type="presParOf" srcId="{DF19F6B6-9E85-4518-9C2D-5BD80C27CD6D}" destId="{3CC53ABC-0793-4141-906C-3B77036CF522}" srcOrd="1" destOrd="0" presId="urn:microsoft.com/office/officeart/2005/8/layout/vProcess5"/>
    <dgm:cxn modelId="{D15C8B11-831F-47B8-BEA3-138204CE6770}" type="presParOf" srcId="{DF19F6B6-9E85-4518-9C2D-5BD80C27CD6D}" destId="{068A7D6D-A2D5-4182-95FA-82D070EE098D}" srcOrd="2" destOrd="0" presId="urn:microsoft.com/office/officeart/2005/8/layout/vProcess5"/>
    <dgm:cxn modelId="{44D4DDE2-629E-42E2-95D7-0F5E46A19C34}" type="presParOf" srcId="{DF19F6B6-9E85-4518-9C2D-5BD80C27CD6D}" destId="{379F1AB9-C190-4BF2-ADAE-EEB542DE2967}" srcOrd="3" destOrd="0" presId="urn:microsoft.com/office/officeart/2005/8/layout/vProcess5"/>
    <dgm:cxn modelId="{CE59FE65-D506-41C8-902D-57800FB58FE2}" type="presParOf" srcId="{DF19F6B6-9E85-4518-9C2D-5BD80C27CD6D}" destId="{B8BDFEF6-ABCF-4E50-A901-52BF5AE89DF7}" srcOrd="4" destOrd="0" presId="urn:microsoft.com/office/officeart/2005/8/layout/vProcess5"/>
    <dgm:cxn modelId="{FEE970E5-C3EC-4BDE-AD2F-2C437096B187}" type="presParOf" srcId="{DF19F6B6-9E85-4518-9C2D-5BD80C27CD6D}" destId="{3F7C6549-885D-479B-BFAB-9A2F81C147CD}" srcOrd="5" destOrd="0" presId="urn:microsoft.com/office/officeart/2005/8/layout/vProcess5"/>
    <dgm:cxn modelId="{AA3B126B-C59E-4201-8368-F7FAA86D8791}" type="presParOf" srcId="{DF19F6B6-9E85-4518-9C2D-5BD80C27CD6D}" destId="{95F1F16C-33EA-4C88-8874-F96973B6D411}" srcOrd="6" destOrd="0" presId="urn:microsoft.com/office/officeart/2005/8/layout/vProcess5"/>
    <dgm:cxn modelId="{3BB454B0-03D1-4E57-9100-15DEC822C96E}" type="presParOf" srcId="{DF19F6B6-9E85-4518-9C2D-5BD80C27CD6D}" destId="{49FF4F97-36BF-4583-9506-7673FD400AD6}" srcOrd="7" destOrd="0" presId="urn:microsoft.com/office/officeart/2005/8/layout/vProcess5"/>
    <dgm:cxn modelId="{98E1189A-2933-4D88-A487-D8A5F2E455DA}" type="presParOf" srcId="{DF19F6B6-9E85-4518-9C2D-5BD80C27CD6D}" destId="{BFEA38CE-B362-4283-B6EC-F9F86A4968C6}" srcOrd="8" destOrd="0" presId="urn:microsoft.com/office/officeart/2005/8/layout/vProcess5"/>
    <dgm:cxn modelId="{A79A5C8E-D3E4-4F3C-890E-F28DECC66897}" type="presParOf" srcId="{DF19F6B6-9E85-4518-9C2D-5BD80C27CD6D}" destId="{4AEEFFA8-5FEC-48BC-8117-B00121DFE65B}" srcOrd="9" destOrd="0" presId="urn:microsoft.com/office/officeart/2005/8/layout/vProcess5"/>
    <dgm:cxn modelId="{C58A5EF9-4011-4A27-B125-EBF0C1A538B6}" type="presParOf" srcId="{DF19F6B6-9E85-4518-9C2D-5BD80C27CD6D}" destId="{5784E27A-5827-48CB-8131-9BBC016F37D3}" srcOrd="10" destOrd="0" presId="urn:microsoft.com/office/officeart/2005/8/layout/vProcess5"/>
    <dgm:cxn modelId="{EE5A9C79-3C72-4414-BEB4-679B894C4F65}" type="presParOf" srcId="{DF19F6B6-9E85-4518-9C2D-5BD80C27CD6D}" destId="{5AD6298C-7E2E-438A-A8D8-931FB40B889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DD7CE57-176A-4DE4-9DCB-19CC5469F0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243D8BD-F0C9-4D3C-ABDB-45C0600D57B1}">
      <dgm:prSet custT="1"/>
      <dgm:spPr/>
      <dgm:t>
        <a:bodyPr/>
        <a:lstStyle/>
        <a:p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顧問好壞 = 真金白銀的投資報酬，不是主觀感受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C01283D4-4CDE-40D2-A6B8-9394EB6924C5}" type="parTrans" cxnId="{20906245-5003-411E-BB2B-4A82185B371A}">
      <dgm:prSet/>
      <dgm:spPr/>
      <dgm:t>
        <a:bodyPr/>
        <a:lstStyle/>
        <a:p>
          <a:endParaRPr lang="en-US"/>
        </a:p>
      </dgm:t>
    </dgm:pt>
    <dgm:pt modelId="{DB8D43F4-3DE6-4565-A787-E57A06786A08}" type="sibTrans" cxnId="{20906245-5003-411E-BB2B-4A82185B371A}">
      <dgm:prSet/>
      <dgm:spPr/>
      <dgm:t>
        <a:bodyPr/>
        <a:lstStyle/>
        <a:p>
          <a:endParaRPr lang="en-US"/>
        </a:p>
      </dgm:t>
    </dgm:pt>
    <dgm:pt modelId="{5932E4A0-DDC9-4C2A-B466-F22544300003}">
      <dgm:prSet/>
      <dgm:spPr/>
      <dgm:t>
        <a:bodyPr/>
        <a:lstStyle/>
        <a:p>
          <a:r>
            <a:rPr lang="zh-TW" sz="20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排行榜指標：已實現未實現損益、勝率、格式遵循率、採納率、平均回應時間</a:t>
          </a:r>
          <a:endParaRPr lang="en-US" sz="20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1C7FBC0-A07F-4F48-86FE-E77D2F0DE7BE}" type="parTrans" cxnId="{D4CC51F3-4CC7-46F2-BC99-F6A4656B22DF}">
      <dgm:prSet/>
      <dgm:spPr/>
      <dgm:t>
        <a:bodyPr/>
        <a:lstStyle/>
        <a:p>
          <a:endParaRPr lang="en-US"/>
        </a:p>
      </dgm:t>
    </dgm:pt>
    <dgm:pt modelId="{69C9BD9F-998C-43C2-A6CC-B5723AFA5095}" type="sibTrans" cxnId="{D4CC51F3-4CC7-46F2-BC99-F6A4656B22DF}">
      <dgm:prSet/>
      <dgm:spPr/>
      <dgm:t>
        <a:bodyPr/>
        <a:lstStyle/>
        <a:p>
          <a:endParaRPr lang="en-US"/>
        </a:p>
      </dgm:t>
    </dgm:pt>
    <dgm:pt modelId="{546F48A0-A48D-4CEB-A5E6-8F750D3E691E}" type="pres">
      <dgm:prSet presAssocID="{FDD7CE57-176A-4DE4-9DCB-19CC5469F0CE}" presName="diagram" presStyleCnt="0">
        <dgm:presLayoutVars>
          <dgm:dir/>
          <dgm:resizeHandles val="exact"/>
        </dgm:presLayoutVars>
      </dgm:prSet>
      <dgm:spPr/>
    </dgm:pt>
    <dgm:pt modelId="{B05856C4-BFEF-4DF2-A1E4-730218272A72}" type="pres">
      <dgm:prSet presAssocID="{B243D8BD-F0C9-4D3C-ABDB-45C0600D57B1}" presName="node" presStyleLbl="node1" presStyleIdx="0" presStyleCnt="2">
        <dgm:presLayoutVars>
          <dgm:bulletEnabled val="1"/>
        </dgm:presLayoutVars>
      </dgm:prSet>
      <dgm:spPr/>
    </dgm:pt>
    <dgm:pt modelId="{259C6C07-2B9C-424A-8251-5701DB53F927}" type="pres">
      <dgm:prSet presAssocID="{DB8D43F4-3DE6-4565-A787-E57A06786A08}" presName="sibTrans" presStyleCnt="0"/>
      <dgm:spPr/>
    </dgm:pt>
    <dgm:pt modelId="{45E9AB42-5722-4193-8498-1B707EFE0F26}" type="pres">
      <dgm:prSet presAssocID="{5932E4A0-DDC9-4C2A-B466-F22544300003}" presName="node" presStyleLbl="node1" presStyleIdx="1" presStyleCnt="2" custLinFactNeighborX="995" custLinFactNeighborY="184">
        <dgm:presLayoutVars>
          <dgm:bulletEnabled val="1"/>
        </dgm:presLayoutVars>
      </dgm:prSet>
      <dgm:spPr/>
    </dgm:pt>
  </dgm:ptLst>
  <dgm:cxnLst>
    <dgm:cxn modelId="{1C722D1A-1E7A-4515-8529-6E9A72A4676A}" type="presOf" srcId="{5932E4A0-DDC9-4C2A-B466-F22544300003}" destId="{45E9AB42-5722-4193-8498-1B707EFE0F26}" srcOrd="0" destOrd="0" presId="urn:microsoft.com/office/officeart/2005/8/layout/default"/>
    <dgm:cxn modelId="{20906245-5003-411E-BB2B-4A82185B371A}" srcId="{FDD7CE57-176A-4DE4-9DCB-19CC5469F0CE}" destId="{B243D8BD-F0C9-4D3C-ABDB-45C0600D57B1}" srcOrd="0" destOrd="0" parTransId="{C01283D4-4CDE-40D2-A6B8-9394EB6924C5}" sibTransId="{DB8D43F4-3DE6-4565-A787-E57A06786A08}"/>
    <dgm:cxn modelId="{58005EC2-4D41-423D-8CF2-9F269056DAC4}" type="presOf" srcId="{FDD7CE57-176A-4DE4-9DCB-19CC5469F0CE}" destId="{546F48A0-A48D-4CEB-A5E6-8F750D3E691E}" srcOrd="0" destOrd="0" presId="urn:microsoft.com/office/officeart/2005/8/layout/default"/>
    <dgm:cxn modelId="{397C3AD6-B825-4898-B946-83D8BD1885F3}" type="presOf" srcId="{B243D8BD-F0C9-4D3C-ABDB-45C0600D57B1}" destId="{B05856C4-BFEF-4DF2-A1E4-730218272A72}" srcOrd="0" destOrd="0" presId="urn:microsoft.com/office/officeart/2005/8/layout/default"/>
    <dgm:cxn modelId="{D4CC51F3-4CC7-46F2-BC99-F6A4656B22DF}" srcId="{FDD7CE57-176A-4DE4-9DCB-19CC5469F0CE}" destId="{5932E4A0-DDC9-4C2A-B466-F22544300003}" srcOrd="1" destOrd="0" parTransId="{81C7FBC0-A07F-4F48-86FE-E77D2F0DE7BE}" sibTransId="{69C9BD9F-998C-43C2-A6CC-B5723AFA5095}"/>
    <dgm:cxn modelId="{145E0499-8C8A-43BA-8BAB-DA3A1D648F06}" type="presParOf" srcId="{546F48A0-A48D-4CEB-A5E6-8F750D3E691E}" destId="{B05856C4-BFEF-4DF2-A1E4-730218272A72}" srcOrd="0" destOrd="0" presId="urn:microsoft.com/office/officeart/2005/8/layout/default"/>
    <dgm:cxn modelId="{57CC9C84-73DF-4E6D-88B5-671C8BDB4578}" type="presParOf" srcId="{546F48A0-A48D-4CEB-A5E6-8F750D3E691E}" destId="{259C6C07-2B9C-424A-8251-5701DB53F927}" srcOrd="1" destOrd="0" presId="urn:microsoft.com/office/officeart/2005/8/layout/default"/>
    <dgm:cxn modelId="{E8988781-645D-44D1-95B0-A79E820F6D36}" type="presParOf" srcId="{546F48A0-A48D-4CEB-A5E6-8F750D3E691E}" destId="{45E9AB42-5722-4193-8498-1B707EFE0F2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7D4664C-FF38-40DF-B675-C3A5F3212F6B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7F9F413-BB06-4B87-8523-35849FFD87CE}">
      <dgm:prSet custT="1"/>
      <dgm:spPr/>
      <dgm:t>
        <a:bodyPr/>
        <a:lstStyle/>
        <a:p>
          <a:r>
            <a:rPr lang="zh-TW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真實 HTTP 通訊取代共享檔案複製</a:t>
          </a:r>
          <a:endParaRPr lang="en-US" sz="24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751932FD-81D2-4F4F-9389-176536727133}" type="parTrans" cxnId="{02A6557A-5AC4-4819-B34F-AE8B75ECFEC9}">
      <dgm:prSet/>
      <dgm:spPr/>
      <dgm:t>
        <a:bodyPr/>
        <a:lstStyle/>
        <a:p>
          <a:endParaRPr lang="en-US"/>
        </a:p>
      </dgm:t>
    </dgm:pt>
    <dgm:pt modelId="{DFA1C21C-C627-4E7F-81F4-16ED67F92472}" type="sibTrans" cxnId="{02A6557A-5AC4-4819-B34F-AE8B75ECFEC9}">
      <dgm:prSet/>
      <dgm:spPr/>
      <dgm:t>
        <a:bodyPr/>
        <a:lstStyle/>
        <a:p>
          <a:endParaRPr lang="en-US"/>
        </a:p>
      </dgm:t>
    </dgm:pt>
    <dgm:pt modelId="{6A9219CF-51E7-4299-8DFA-9E1B1256F11C}">
      <dgm:prSet/>
      <dgm:spPr/>
      <dgm:t>
        <a:bodyPr/>
        <a:lstStyle/>
        <a:p>
          <a:r>
            <a:rPr lang="zh-TW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明確的 Job 狀態機</a:t>
          </a:r>
          <a:r>
            <a:rPr lang="zh-TW" sz="2400" b="1">
              <a:latin typeface="Microsoft JhengHei UI" panose="020B0604030504040204" pitchFamily="34" charset="-120"/>
              <a:ea typeface="Microsoft JhengHei UI" panose="020B0604030504040204" pitchFamily="34" charset="-120"/>
            </a:rPr>
            <a:t>含採納循環</a:t>
          </a:r>
          <a:endParaRPr lang="en-US" sz="2400" b="1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E780666A-C576-420A-978F-F0CE73618B1C}" type="parTrans" cxnId="{F85EA04A-90B8-4B4E-A85A-DFF63F44AFC9}">
      <dgm:prSet/>
      <dgm:spPr/>
      <dgm:t>
        <a:bodyPr/>
        <a:lstStyle/>
        <a:p>
          <a:endParaRPr lang="en-US"/>
        </a:p>
      </dgm:t>
    </dgm:pt>
    <dgm:pt modelId="{38BDD547-E0F7-4611-8EC2-3EEC2F8BD5B2}" type="sibTrans" cxnId="{F85EA04A-90B8-4B4E-A85A-DFF63F44AFC9}">
      <dgm:prSet/>
      <dgm:spPr/>
      <dgm:t>
        <a:bodyPr/>
        <a:lstStyle/>
        <a:p>
          <a:endParaRPr lang="en-US"/>
        </a:p>
      </dgm:t>
    </dgm:pt>
    <dgm:pt modelId="{6477416C-237F-442D-BEB9-5DEBFC8C35C0}">
      <dgm:prSet/>
      <dgm:spPr/>
      <dgm:t>
        <a:bodyPr/>
        <a:lstStyle/>
        <a:p>
          <a:r>
            <a:rPr lang="zh-TW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三背景執行緒並行設計</a:t>
          </a:r>
          <a:endParaRPr lang="en-US" sz="24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D003DFEC-808E-424F-96B7-13B7365AA178}" type="parTrans" cxnId="{BC87B39D-4959-473E-B680-D31DB57F3D3E}">
      <dgm:prSet/>
      <dgm:spPr/>
      <dgm:t>
        <a:bodyPr/>
        <a:lstStyle/>
        <a:p>
          <a:endParaRPr lang="en-US"/>
        </a:p>
      </dgm:t>
    </dgm:pt>
    <dgm:pt modelId="{18ED3F8F-35CD-49EC-9ABD-C82FB166818F}" type="sibTrans" cxnId="{BC87B39D-4959-473E-B680-D31DB57F3D3E}">
      <dgm:prSet/>
      <dgm:spPr/>
      <dgm:t>
        <a:bodyPr/>
        <a:lstStyle/>
        <a:p>
          <a:endParaRPr lang="en-US"/>
        </a:p>
      </dgm:t>
    </dgm:pt>
    <dgm:pt modelId="{64099514-6388-4596-A4DD-B46E3F987442}">
      <dgm:prSet/>
      <dgm:spPr/>
      <dgm:t>
        <a:bodyPr/>
        <a:lstStyle/>
        <a:p>
          <a:r>
            <a:rPr lang="zh-TW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多模型異質推論同一 Manager 統一調度</a:t>
          </a:r>
          <a:endParaRPr lang="en-US" sz="24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16FB6D75-47B2-434C-9FC3-90107A7A2E3F}" type="parTrans" cxnId="{6152295B-77D2-4FC3-9A88-C38C75559354}">
      <dgm:prSet/>
      <dgm:spPr/>
      <dgm:t>
        <a:bodyPr/>
        <a:lstStyle/>
        <a:p>
          <a:endParaRPr lang="en-US"/>
        </a:p>
      </dgm:t>
    </dgm:pt>
    <dgm:pt modelId="{8A6354EA-CC2E-4FC0-9EA3-E7D68A9E7FBC}" type="sibTrans" cxnId="{6152295B-77D2-4FC3-9A88-C38C75559354}">
      <dgm:prSet/>
      <dgm:spPr/>
      <dgm:t>
        <a:bodyPr/>
        <a:lstStyle/>
        <a:p>
          <a:endParaRPr lang="en-US"/>
        </a:p>
      </dgm:t>
    </dgm:pt>
    <dgm:pt modelId="{77B1956F-35D9-4817-9376-929C26A0BD49}">
      <dgm:prSet/>
      <dgm:spPr/>
      <dgm:t>
        <a:bodyPr/>
        <a:lstStyle/>
        <a:p>
          <a:r>
            <a:rPr lang="zh-TW" sz="24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資源感知派工 + 故障自動轉移 + retry</a:t>
          </a:r>
          <a:endParaRPr lang="en-US" sz="24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A3A693F6-4995-41E4-8CA1-3032B8B85F54}" type="parTrans" cxnId="{C350821A-5E20-43B2-A315-8FC416167090}">
      <dgm:prSet/>
      <dgm:spPr/>
      <dgm:t>
        <a:bodyPr/>
        <a:lstStyle/>
        <a:p>
          <a:endParaRPr lang="en-US"/>
        </a:p>
      </dgm:t>
    </dgm:pt>
    <dgm:pt modelId="{B8428877-94FE-4FAA-8352-9C1390DDB2B0}" type="sibTrans" cxnId="{C350821A-5E20-43B2-A315-8FC416167090}">
      <dgm:prSet/>
      <dgm:spPr/>
      <dgm:t>
        <a:bodyPr/>
        <a:lstStyle/>
        <a:p>
          <a:endParaRPr lang="en-US"/>
        </a:p>
      </dgm:t>
    </dgm:pt>
    <dgm:pt modelId="{E052BE57-A900-40A1-8BAC-D8A613485E76}" type="pres">
      <dgm:prSet presAssocID="{67D4664C-FF38-40DF-B675-C3A5F3212F6B}" presName="diagram" presStyleCnt="0">
        <dgm:presLayoutVars>
          <dgm:dir/>
          <dgm:resizeHandles val="exact"/>
        </dgm:presLayoutVars>
      </dgm:prSet>
      <dgm:spPr/>
    </dgm:pt>
    <dgm:pt modelId="{B1C9F928-617B-458F-9F8C-E31585624017}" type="pres">
      <dgm:prSet presAssocID="{97F9F413-BB06-4B87-8523-35849FFD87CE}" presName="node" presStyleLbl="node1" presStyleIdx="0" presStyleCnt="5">
        <dgm:presLayoutVars>
          <dgm:bulletEnabled val="1"/>
        </dgm:presLayoutVars>
      </dgm:prSet>
      <dgm:spPr/>
    </dgm:pt>
    <dgm:pt modelId="{5025B987-44EC-4FAE-9BD2-F515FAF07E3B}" type="pres">
      <dgm:prSet presAssocID="{DFA1C21C-C627-4E7F-81F4-16ED67F92472}" presName="sibTrans" presStyleCnt="0"/>
      <dgm:spPr/>
    </dgm:pt>
    <dgm:pt modelId="{14A00C19-E251-4C30-A310-8709003F66A0}" type="pres">
      <dgm:prSet presAssocID="{6A9219CF-51E7-4299-8DFA-9E1B1256F11C}" presName="node" presStyleLbl="node1" presStyleIdx="1" presStyleCnt="5">
        <dgm:presLayoutVars>
          <dgm:bulletEnabled val="1"/>
        </dgm:presLayoutVars>
      </dgm:prSet>
      <dgm:spPr/>
    </dgm:pt>
    <dgm:pt modelId="{60C3AB13-C267-4F18-A879-2362B02DB40B}" type="pres">
      <dgm:prSet presAssocID="{38BDD547-E0F7-4611-8EC2-3EEC2F8BD5B2}" presName="sibTrans" presStyleCnt="0"/>
      <dgm:spPr/>
    </dgm:pt>
    <dgm:pt modelId="{B433EDBB-C331-4255-B635-0DC3B0EB9280}" type="pres">
      <dgm:prSet presAssocID="{6477416C-237F-442D-BEB9-5DEBFC8C35C0}" presName="node" presStyleLbl="node1" presStyleIdx="2" presStyleCnt="5">
        <dgm:presLayoutVars>
          <dgm:bulletEnabled val="1"/>
        </dgm:presLayoutVars>
      </dgm:prSet>
      <dgm:spPr/>
    </dgm:pt>
    <dgm:pt modelId="{905F6F69-A81D-4E3F-B0F8-4A87C0DBD740}" type="pres">
      <dgm:prSet presAssocID="{18ED3F8F-35CD-49EC-9ABD-C82FB166818F}" presName="sibTrans" presStyleCnt="0"/>
      <dgm:spPr/>
    </dgm:pt>
    <dgm:pt modelId="{D1C80CDD-96EC-47DE-8EFB-72ED0FDE452D}" type="pres">
      <dgm:prSet presAssocID="{64099514-6388-4596-A4DD-B46E3F987442}" presName="node" presStyleLbl="node1" presStyleIdx="3" presStyleCnt="5">
        <dgm:presLayoutVars>
          <dgm:bulletEnabled val="1"/>
        </dgm:presLayoutVars>
      </dgm:prSet>
      <dgm:spPr/>
    </dgm:pt>
    <dgm:pt modelId="{BF18BDA6-703D-43DD-ACD9-917A9AA490D6}" type="pres">
      <dgm:prSet presAssocID="{8A6354EA-CC2E-4FC0-9EA3-E7D68A9E7FBC}" presName="sibTrans" presStyleCnt="0"/>
      <dgm:spPr/>
    </dgm:pt>
    <dgm:pt modelId="{45B1C190-8BAE-4DCC-82C6-0356E05B7CAF}" type="pres">
      <dgm:prSet presAssocID="{77B1956F-35D9-4817-9376-929C26A0BD49}" presName="node" presStyleLbl="node1" presStyleIdx="4" presStyleCnt="5">
        <dgm:presLayoutVars>
          <dgm:bulletEnabled val="1"/>
        </dgm:presLayoutVars>
      </dgm:prSet>
      <dgm:spPr/>
    </dgm:pt>
  </dgm:ptLst>
  <dgm:cxnLst>
    <dgm:cxn modelId="{C350821A-5E20-43B2-A315-8FC416167090}" srcId="{67D4664C-FF38-40DF-B675-C3A5F3212F6B}" destId="{77B1956F-35D9-4817-9376-929C26A0BD49}" srcOrd="4" destOrd="0" parTransId="{A3A693F6-4995-41E4-8CA1-3032B8B85F54}" sibTransId="{B8428877-94FE-4FAA-8352-9C1390DDB2B0}"/>
    <dgm:cxn modelId="{F16AB426-BB54-434B-822D-C38128BEF1C4}" type="presOf" srcId="{77B1956F-35D9-4817-9376-929C26A0BD49}" destId="{45B1C190-8BAE-4DCC-82C6-0356E05B7CAF}" srcOrd="0" destOrd="0" presId="urn:microsoft.com/office/officeart/2005/8/layout/default"/>
    <dgm:cxn modelId="{6152295B-77D2-4FC3-9A88-C38C75559354}" srcId="{67D4664C-FF38-40DF-B675-C3A5F3212F6B}" destId="{64099514-6388-4596-A4DD-B46E3F987442}" srcOrd="3" destOrd="0" parTransId="{16FB6D75-47B2-434C-9FC3-90107A7A2E3F}" sibTransId="{8A6354EA-CC2E-4FC0-9EA3-E7D68A9E7FBC}"/>
    <dgm:cxn modelId="{831B7E60-14D8-43F0-AD44-10E5DDCCB825}" type="presOf" srcId="{6477416C-237F-442D-BEB9-5DEBFC8C35C0}" destId="{B433EDBB-C331-4255-B635-0DC3B0EB9280}" srcOrd="0" destOrd="0" presId="urn:microsoft.com/office/officeart/2005/8/layout/default"/>
    <dgm:cxn modelId="{5CA4BA62-533E-4EA0-90DE-9530DA94E5CE}" type="presOf" srcId="{67D4664C-FF38-40DF-B675-C3A5F3212F6B}" destId="{E052BE57-A900-40A1-8BAC-D8A613485E76}" srcOrd="0" destOrd="0" presId="urn:microsoft.com/office/officeart/2005/8/layout/default"/>
    <dgm:cxn modelId="{F85EA04A-90B8-4B4E-A85A-DFF63F44AFC9}" srcId="{67D4664C-FF38-40DF-B675-C3A5F3212F6B}" destId="{6A9219CF-51E7-4299-8DFA-9E1B1256F11C}" srcOrd="1" destOrd="0" parTransId="{E780666A-C576-420A-978F-F0CE73618B1C}" sibTransId="{38BDD547-E0F7-4611-8EC2-3EEC2F8BD5B2}"/>
    <dgm:cxn modelId="{A99A496F-7C39-4D60-B041-BB6F953A64F8}" type="presOf" srcId="{97F9F413-BB06-4B87-8523-35849FFD87CE}" destId="{B1C9F928-617B-458F-9F8C-E31585624017}" srcOrd="0" destOrd="0" presId="urn:microsoft.com/office/officeart/2005/8/layout/default"/>
    <dgm:cxn modelId="{02A6557A-5AC4-4819-B34F-AE8B75ECFEC9}" srcId="{67D4664C-FF38-40DF-B675-C3A5F3212F6B}" destId="{97F9F413-BB06-4B87-8523-35849FFD87CE}" srcOrd="0" destOrd="0" parTransId="{751932FD-81D2-4F4F-9389-176536727133}" sibTransId="{DFA1C21C-C627-4E7F-81F4-16ED67F92472}"/>
    <dgm:cxn modelId="{452DA980-E661-45FB-A282-383398A39666}" type="presOf" srcId="{64099514-6388-4596-A4DD-B46E3F987442}" destId="{D1C80CDD-96EC-47DE-8EFB-72ED0FDE452D}" srcOrd="0" destOrd="0" presId="urn:microsoft.com/office/officeart/2005/8/layout/default"/>
    <dgm:cxn modelId="{BC87B39D-4959-473E-B680-D31DB57F3D3E}" srcId="{67D4664C-FF38-40DF-B675-C3A5F3212F6B}" destId="{6477416C-237F-442D-BEB9-5DEBFC8C35C0}" srcOrd="2" destOrd="0" parTransId="{D003DFEC-808E-424F-96B7-13B7365AA178}" sibTransId="{18ED3F8F-35CD-49EC-9ABD-C82FB166818F}"/>
    <dgm:cxn modelId="{31D008FF-ABC7-435C-8D78-E0710C36C90C}" type="presOf" srcId="{6A9219CF-51E7-4299-8DFA-9E1B1256F11C}" destId="{14A00C19-E251-4C30-A310-8709003F66A0}" srcOrd="0" destOrd="0" presId="urn:microsoft.com/office/officeart/2005/8/layout/default"/>
    <dgm:cxn modelId="{DDBC48F2-E1AC-42BA-A470-13F76C17D580}" type="presParOf" srcId="{E052BE57-A900-40A1-8BAC-D8A613485E76}" destId="{B1C9F928-617B-458F-9F8C-E31585624017}" srcOrd="0" destOrd="0" presId="urn:microsoft.com/office/officeart/2005/8/layout/default"/>
    <dgm:cxn modelId="{881101A0-83C2-4F28-98D9-218095EEECF1}" type="presParOf" srcId="{E052BE57-A900-40A1-8BAC-D8A613485E76}" destId="{5025B987-44EC-4FAE-9BD2-F515FAF07E3B}" srcOrd="1" destOrd="0" presId="urn:microsoft.com/office/officeart/2005/8/layout/default"/>
    <dgm:cxn modelId="{122B3C26-539F-4F0F-879B-94F998C7BEFF}" type="presParOf" srcId="{E052BE57-A900-40A1-8BAC-D8A613485E76}" destId="{14A00C19-E251-4C30-A310-8709003F66A0}" srcOrd="2" destOrd="0" presId="urn:microsoft.com/office/officeart/2005/8/layout/default"/>
    <dgm:cxn modelId="{B50EB0DF-84AB-4DA8-AAE6-0E47D3C2C87E}" type="presParOf" srcId="{E052BE57-A900-40A1-8BAC-D8A613485E76}" destId="{60C3AB13-C267-4F18-A879-2362B02DB40B}" srcOrd="3" destOrd="0" presId="urn:microsoft.com/office/officeart/2005/8/layout/default"/>
    <dgm:cxn modelId="{EFAB4BBA-508A-4A64-94F4-863255FF44DF}" type="presParOf" srcId="{E052BE57-A900-40A1-8BAC-D8A613485E76}" destId="{B433EDBB-C331-4255-B635-0DC3B0EB9280}" srcOrd="4" destOrd="0" presId="urn:microsoft.com/office/officeart/2005/8/layout/default"/>
    <dgm:cxn modelId="{A2F0558B-A840-4514-A6D8-B99459CCA0A0}" type="presParOf" srcId="{E052BE57-A900-40A1-8BAC-D8A613485E76}" destId="{905F6F69-A81D-4E3F-B0F8-4A87C0DBD740}" srcOrd="5" destOrd="0" presId="urn:microsoft.com/office/officeart/2005/8/layout/default"/>
    <dgm:cxn modelId="{EB324A39-0876-4058-91BE-2FA43BEC6B4F}" type="presParOf" srcId="{E052BE57-A900-40A1-8BAC-D8A613485E76}" destId="{D1C80CDD-96EC-47DE-8EFB-72ED0FDE452D}" srcOrd="6" destOrd="0" presId="urn:microsoft.com/office/officeart/2005/8/layout/default"/>
    <dgm:cxn modelId="{D185F816-AA53-49F0-90FE-6F3318C941DA}" type="presParOf" srcId="{E052BE57-A900-40A1-8BAC-D8A613485E76}" destId="{BF18BDA6-703D-43DD-ACD9-917A9AA490D6}" srcOrd="7" destOrd="0" presId="urn:microsoft.com/office/officeart/2005/8/layout/default"/>
    <dgm:cxn modelId="{AA81D7D4-A9F1-40AE-B0DE-6D431FD89015}" type="presParOf" srcId="{E052BE57-A900-40A1-8BAC-D8A613485E76}" destId="{45B1C190-8BAE-4DCC-82C6-0356E05B7CA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EA255-1AB5-491F-A1A7-36D91F51E577}">
      <dsp:nvSpPr>
        <dsp:cNvPr id="0" name=""/>
        <dsp:cNvSpPr/>
      </dsp:nvSpPr>
      <dsp:spPr>
        <a:xfrm>
          <a:off x="0" y="18892"/>
          <a:ext cx="10515600" cy="138601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7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本質：1 個 Manager 調度 3 個計算節點的分散式排程系統</a:t>
          </a:r>
          <a:endParaRPr lang="en-US" sz="27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67659" y="86551"/>
        <a:ext cx="10380282" cy="1250693"/>
      </dsp:txXfrm>
    </dsp:sp>
    <dsp:sp modelId="{CC1BBDFB-797D-4D39-ACDD-8D5B8EDA602C}">
      <dsp:nvSpPr>
        <dsp:cNvPr id="0" name=""/>
        <dsp:cNvSpPr/>
      </dsp:nvSpPr>
      <dsp:spPr>
        <a:xfrm>
          <a:off x="0" y="1482663"/>
          <a:ext cx="10515600" cy="1386011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7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真正展示：節點心跳與故障偵測、工作狀態機、故障時重分配、資源感知派工</a:t>
          </a:r>
          <a:endParaRPr lang="en-US" sz="27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67659" y="1550322"/>
        <a:ext cx="10380282" cy="1250693"/>
      </dsp:txXfrm>
    </dsp:sp>
    <dsp:sp modelId="{4720FBD6-E56F-4F05-A0B6-4F67328EBEA4}">
      <dsp:nvSpPr>
        <dsp:cNvPr id="0" name=""/>
        <dsp:cNvSpPr/>
      </dsp:nvSpPr>
      <dsp:spPr>
        <a:xfrm>
          <a:off x="0" y="2946434"/>
          <a:ext cx="10515600" cy="1386011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7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為何用 LLM 當負載？推論會吃滿 CPU/RAM，讓監控與調度「有戲可看」</a:t>
          </a:r>
          <a:endParaRPr lang="en-US" sz="27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67659" y="3014093"/>
        <a:ext cx="10380282" cy="12506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4F369-BEF1-48A9-B9E2-7D0A7FEBCC93}">
      <dsp:nvSpPr>
        <dsp:cNvPr id="0" name=""/>
        <dsp:cNvSpPr/>
      </dsp:nvSpPr>
      <dsp:spPr>
        <a:xfrm>
          <a:off x="0" y="0"/>
          <a:ext cx="6906491" cy="1675685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62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Manager（5000）</a:t>
          </a:r>
          <a:endParaRPr lang="en-US" altLang="zh-TW" sz="62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0" y="0"/>
        <a:ext cx="6906491" cy="1675685"/>
      </dsp:txXfrm>
    </dsp:sp>
    <dsp:sp modelId="{5FB28DC6-A87B-4C32-AC7C-20C7239C8637}">
      <dsp:nvSpPr>
        <dsp:cNvPr id="0" name=""/>
        <dsp:cNvSpPr/>
      </dsp:nvSpPr>
      <dsp:spPr>
        <a:xfrm>
          <a:off x="3372" y="1675685"/>
          <a:ext cx="2299915" cy="35189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9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Worker1 穩健哥（6001）</a:t>
          </a:r>
          <a:endParaRPr lang="en-US" altLang="zh-TW" sz="39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372" y="1675685"/>
        <a:ext cx="2299915" cy="3518939"/>
      </dsp:txXfrm>
    </dsp:sp>
    <dsp:sp modelId="{C7B9D8C8-030B-4418-A7EC-C815A9026924}">
      <dsp:nvSpPr>
        <dsp:cNvPr id="0" name=""/>
        <dsp:cNvSpPr/>
      </dsp:nvSpPr>
      <dsp:spPr>
        <a:xfrm>
          <a:off x="2303287" y="1675685"/>
          <a:ext cx="2299915" cy="351893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9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Worker2 中道姐（6002）</a:t>
          </a:r>
          <a:endParaRPr lang="en-US" altLang="zh-TW" sz="39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2303287" y="1675685"/>
        <a:ext cx="2299915" cy="3518939"/>
      </dsp:txXfrm>
    </dsp:sp>
    <dsp:sp modelId="{9C5E3901-DBF3-4D01-AFA8-87E81C01F733}">
      <dsp:nvSpPr>
        <dsp:cNvPr id="0" name=""/>
        <dsp:cNvSpPr/>
      </dsp:nvSpPr>
      <dsp:spPr>
        <a:xfrm>
          <a:off x="4603203" y="1675685"/>
          <a:ext cx="2299915" cy="351893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9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Worker3 衝勁王（6003）</a:t>
          </a:r>
          <a:endParaRPr lang="en-US" altLang="zh-TW" sz="39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4603203" y="1675685"/>
        <a:ext cx="2299915" cy="3518939"/>
      </dsp:txXfrm>
    </dsp:sp>
    <dsp:sp modelId="{B837C194-A067-449B-9E25-6CD1C142A8AA}">
      <dsp:nvSpPr>
        <dsp:cNvPr id="0" name=""/>
        <dsp:cNvSpPr/>
      </dsp:nvSpPr>
      <dsp:spPr>
        <a:xfrm>
          <a:off x="0" y="5194625"/>
          <a:ext cx="6906491" cy="39099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B0AFB-03BF-4299-AC32-B3E95576A106}">
      <dsp:nvSpPr>
        <dsp:cNvPr id="0" name=""/>
        <dsp:cNvSpPr/>
      </dsp:nvSpPr>
      <dsp:spPr>
        <a:xfrm>
          <a:off x="82613" y="1727046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9D6C4-6210-4424-8A5E-3508D7EE066A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752A5-7A5F-48A8-8949-6D44E428CF68}">
      <dsp:nvSpPr>
        <dsp:cNvPr id="0" name=""/>
        <dsp:cNvSpPr/>
      </dsp:nvSpPr>
      <dsp:spPr>
        <a:xfrm>
          <a:off x="1172126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狀態檔（shared）只掛在 Manager，Worker 完全無狀態</a:t>
          </a:r>
          <a:endParaRPr lang="en-US" sz="1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172126" y="1727046"/>
        <a:ext cx="2114937" cy="897246"/>
      </dsp:txXfrm>
    </dsp:sp>
    <dsp:sp modelId="{D6389D70-0781-452B-94CC-BE84DE179EDF}">
      <dsp:nvSpPr>
        <dsp:cNvPr id="0" name=""/>
        <dsp:cNvSpPr/>
      </dsp:nvSpPr>
      <dsp:spPr>
        <a:xfrm>
          <a:off x="3655575" y="1727046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D1C5C-8155-4BAC-AEE1-C799929163DA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18604-CA67-4F7B-ADD2-8F3864AD4F97}">
      <dsp:nvSpPr>
        <dsp:cNvPr id="0" name=""/>
        <dsp:cNvSpPr/>
      </dsp:nvSpPr>
      <dsp:spPr>
        <a:xfrm>
          <a:off x="4745088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只收「組好的 prompt」，跑完回 callback</a:t>
          </a:r>
          <a:endParaRPr lang="en-US" sz="1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4745088" y="1727046"/>
        <a:ext cx="2114937" cy="897246"/>
      </dsp:txXfrm>
    </dsp:sp>
    <dsp:sp modelId="{145928EF-8D8F-4793-9FDE-B94C3CDC6FD5}">
      <dsp:nvSpPr>
        <dsp:cNvPr id="0" name=""/>
        <dsp:cNvSpPr/>
      </dsp:nvSpPr>
      <dsp:spPr>
        <a:xfrm>
          <a:off x="7228536" y="1727046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8E95A-6B02-4C41-931D-63DFDD5F4D43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60250-A248-4F1F-A651-A34B34FB0AA7}">
      <dsp:nvSpPr>
        <dsp:cNvPr id="0" name=""/>
        <dsp:cNvSpPr/>
      </dsp:nvSpPr>
      <dsp:spPr>
        <a:xfrm>
          <a:off x="8318049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因為無狀態 → 可隨時被殺、重啟、增減 → 這是整套容錯的前提</a:t>
          </a:r>
          <a:endParaRPr lang="en-US" sz="1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8318049" y="1727046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41E44-A35E-4F6B-9788-FE8A4E6C5DFA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Dispatcher（每 0.5 秒）：派工的心臟——掃佇列、選節點、派工、處理逾時</a:t>
          </a:r>
          <a:endParaRPr lang="en-US" sz="2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0" y="1653508"/>
        <a:ext cx="3286125" cy="2610802"/>
      </dsp:txXfrm>
    </dsp:sp>
    <dsp:sp modelId="{D1CB7A5B-4FD7-4A5A-A4AB-95D3400D6907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1BA1AF24-2B60-4D2C-8226-8F4FD5E0EEC7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9888B8-4D8E-468D-A636-2FEB84B0148F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Health Monitor（每 2 秒）：對每個 Worker 打 /ping，維護存活狀態</a:t>
          </a:r>
          <a:endParaRPr lang="en-US" sz="2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614737" y="1653508"/>
        <a:ext cx="3286125" cy="2610802"/>
      </dsp:txXfrm>
    </dsp:sp>
    <dsp:sp modelId="{81505F47-C205-4989-AE35-C1A2141E0C7B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D5F0AFB5-BA86-478F-A14D-45E6351C5435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5D2B998-F867-4692-9097-2FF964B600A9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Price Updater（每 5 分鐘 / 可手動）：推進股價，讓顧問績效拉開差距</a:t>
          </a:r>
          <a:endParaRPr lang="en-US" sz="2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229475" y="1653508"/>
        <a:ext cx="3286125" cy="2610802"/>
      </dsp:txXfrm>
    </dsp:sp>
    <dsp:sp modelId="{B56E7D53-AD88-44BD-8564-6FC214E7DCD5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20D62DD5-812B-4539-98D2-F4572AF2CB6F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30F7A-F74E-49DA-B82F-0C397907DF21}">
      <dsp:nvSpPr>
        <dsp:cNvPr id="0" name=""/>
        <dsp:cNvSpPr/>
      </dsp:nvSpPr>
      <dsp:spPr>
        <a:xfrm>
          <a:off x="2856407" y="80602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848489"/>
        <a:ext cx="32574" cy="6514"/>
      </dsp:txXfrm>
    </dsp:sp>
    <dsp:sp modelId="{F3EC744F-639F-42F1-AFBE-17C7B4C74055}">
      <dsp:nvSpPr>
        <dsp:cNvPr id="0" name=""/>
        <dsp:cNvSpPr/>
      </dsp:nvSpPr>
      <dsp:spPr>
        <a:xfrm>
          <a:off x="25605" y="1966"/>
          <a:ext cx="2832601" cy="169956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心跳判定：有回應 ALIVE → 5 秒無回應 SUSPECTED → 15 秒 DEAD</a:t>
          </a:r>
          <a:endParaRPr 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25605" y="1966"/>
        <a:ext cx="2832601" cy="1699561"/>
      </dsp:txXfrm>
    </dsp:sp>
    <dsp:sp modelId="{B97B9248-D06B-4988-A593-42D909BCD875}">
      <dsp:nvSpPr>
        <dsp:cNvPr id="0" name=""/>
        <dsp:cNvSpPr/>
      </dsp:nvSpPr>
      <dsp:spPr>
        <a:xfrm>
          <a:off x="1441906" y="169972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2006919"/>
        <a:ext cx="177224" cy="6514"/>
      </dsp:txXfrm>
    </dsp:sp>
    <dsp:sp modelId="{CF339DB4-B795-4FA9-9037-6A3A79221354}">
      <dsp:nvSpPr>
        <dsp:cNvPr id="0" name=""/>
        <dsp:cNvSpPr/>
      </dsp:nvSpPr>
      <dsp:spPr>
        <a:xfrm>
          <a:off x="3509705" y="1966"/>
          <a:ext cx="2832601" cy="169956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DEAD 觸發 orphan 回收：把該節點上 RUNNING 的工作退回重派</a:t>
          </a:r>
          <a:endParaRPr 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509705" y="1966"/>
        <a:ext cx="2832601" cy="1699561"/>
      </dsp:txXfrm>
    </dsp:sp>
    <dsp:sp modelId="{158E8456-0C26-4A45-A380-680930EB1DEF}">
      <dsp:nvSpPr>
        <dsp:cNvPr id="0" name=""/>
        <dsp:cNvSpPr/>
      </dsp:nvSpPr>
      <dsp:spPr>
        <a:xfrm>
          <a:off x="2856407" y="315708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3199549"/>
        <a:ext cx="32574" cy="6514"/>
      </dsp:txXfrm>
    </dsp:sp>
    <dsp:sp modelId="{9980969C-97C7-4C34-9F65-E6264EF2BCA4}">
      <dsp:nvSpPr>
        <dsp:cNvPr id="0" name=""/>
        <dsp:cNvSpPr/>
      </dsp:nvSpPr>
      <dsp:spPr>
        <a:xfrm>
          <a:off x="25605" y="2353025"/>
          <a:ext cx="2832601" cy="169956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重派含上限：retry +1，超過 MAX_RETRY（2）標 FAILED</a:t>
          </a:r>
          <a:endParaRPr 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25605" y="2353025"/>
        <a:ext cx="2832601" cy="1699561"/>
      </dsp:txXfrm>
    </dsp:sp>
    <dsp:sp modelId="{6DDC7705-5BDC-4BCA-B7E5-077682350551}">
      <dsp:nvSpPr>
        <dsp:cNvPr id="0" name=""/>
        <dsp:cNvSpPr/>
      </dsp:nvSpPr>
      <dsp:spPr>
        <a:xfrm>
          <a:off x="1441906" y="405078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4357978"/>
        <a:ext cx="177224" cy="6514"/>
      </dsp:txXfrm>
    </dsp:sp>
    <dsp:sp modelId="{509299D7-0DFD-4FA2-BC53-4426FB7656DB}">
      <dsp:nvSpPr>
        <dsp:cNvPr id="0" name=""/>
        <dsp:cNvSpPr/>
      </dsp:nvSpPr>
      <dsp:spPr>
        <a:xfrm>
          <a:off x="3509705" y="2353025"/>
          <a:ext cx="2832601" cy="169956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資源感知派工：從 ALIVE 且未滿載的節點中，選 (queue_size, cpu_pct) 最小者</a:t>
          </a:r>
          <a:endParaRPr 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509705" y="2353025"/>
        <a:ext cx="2832601" cy="1699561"/>
      </dsp:txXfrm>
    </dsp:sp>
    <dsp:sp modelId="{72FB3024-59F8-43B3-8BA9-13820EF8DAD3}">
      <dsp:nvSpPr>
        <dsp:cNvPr id="0" name=""/>
        <dsp:cNvSpPr/>
      </dsp:nvSpPr>
      <dsp:spPr>
        <a:xfrm>
          <a:off x="25605" y="4704085"/>
          <a:ext cx="2832601" cy="169956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防禦性自癒：Dispatcher 每 tick 從 jobs 重算 queue_size，容忍計數洩漏</a:t>
          </a:r>
          <a:endParaRPr 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25605" y="4704085"/>
        <a:ext cx="2832601" cy="16995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9F550-7168-4FFE-A7B0-920527061F4D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提問</a:t>
          </a:r>
        </a:p>
      </dsp:txBody>
      <dsp:txXfrm>
        <a:off x="582645" y="1178"/>
        <a:ext cx="2174490" cy="1304694"/>
      </dsp:txXfrm>
    </dsp:sp>
    <dsp:sp modelId="{9948DE14-F49F-43CC-9EB1-A3F00CFE6B3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/api/consult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（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Manager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用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RAG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組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prompt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）</a:t>
          </a:r>
        </a:p>
      </dsp:txBody>
      <dsp:txXfrm>
        <a:off x="2974584" y="1178"/>
        <a:ext cx="2174490" cy="1304694"/>
      </dsp:txXfrm>
    </dsp:sp>
    <dsp:sp modelId="{C6F98BF4-122E-4495-871F-8D22DE25B22B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寫入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QUEUED → Dispatcher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派工 </a:t>
          </a:r>
        </a:p>
      </dsp:txBody>
      <dsp:txXfrm>
        <a:off x="5366524" y="1178"/>
        <a:ext cx="2174490" cy="1304694"/>
      </dsp:txXfrm>
    </dsp:sp>
    <dsp:sp modelId="{E075A0A8-0584-4EEE-97AD-C34DB890E1A3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回 202 Accepted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 </a:t>
          </a: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 </a:t>
          </a:r>
        </a:p>
      </dsp:txBody>
      <dsp:txXfrm>
        <a:off x="7758464" y="1178"/>
        <a:ext cx="2174490" cy="1304694"/>
      </dsp:txXfrm>
    </dsp:sp>
    <dsp:sp modelId="{22417834-8B4C-406D-8282-C73B01289C37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Worker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背景跑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Ollama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推論（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CPU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約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30–90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秒） </a:t>
          </a:r>
        </a:p>
      </dsp:txBody>
      <dsp:txXfrm>
        <a:off x="582645" y="1523321"/>
        <a:ext cx="2174490" cy="1304694"/>
      </dsp:txXfrm>
    </dsp:sp>
    <dsp:sp modelId="{8D9007F2-B20B-43BD-83EC-B14DD1727A78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/api/internal/done</a:t>
          </a:r>
          <a:r>
            <a:rPr lang="zh-TW" altLang="en-US" sz="1800" kern="1200">
              <a:latin typeface="Aptos"/>
            </a:rPr>
            <a:t> </a:t>
          </a:r>
        </a:p>
      </dsp:txBody>
      <dsp:txXfrm>
        <a:off x="2974584" y="1523321"/>
        <a:ext cx="2174490" cy="1304694"/>
      </dsp:txXfrm>
    </dsp:sp>
    <dsp:sp modelId="{08D42EC0-5D0A-4286-9322-C167B816D0B7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解析 </a:t>
          </a:r>
          <a:r>
            <a:rPr lang="en-US" alt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JSON </a:t>
          </a:r>
          <a:endParaRPr lang="zh-TW" altLang="en-US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366524" y="1523321"/>
        <a:ext cx="2174490" cy="1304694"/>
      </dsp:txXfrm>
    </dsp:sp>
    <dsp:sp modelId="{1C2E9A16-877F-4F1B-9D0A-B2E5947A7C51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RESPONDED </a:t>
          </a:r>
          <a:endParaRPr lang="en-US" altLang="zh-TW" sz="1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758464" y="1523321"/>
        <a:ext cx="2174490" cy="1304694"/>
      </dsp:txXfrm>
    </dsp:sp>
    <dsp:sp modelId="{8367EA16-E59F-4A45-AF4C-634F83613655}">
      <dsp:nvSpPr>
        <dsp:cNvPr id="0" name=""/>
        <dsp:cNvSpPr/>
      </dsp:nvSpPr>
      <dsp:spPr>
        <a:xfrm>
          <a:off x="582645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Aptos"/>
            </a:rPr>
            <a:t> </a:t>
          </a: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使用者「採納」</a:t>
          </a:r>
        </a:p>
      </dsp:txBody>
      <dsp:txXfrm>
        <a:off x="582645" y="3045465"/>
        <a:ext cx="2174490" cy="1304694"/>
      </dsp:txXfrm>
    </dsp:sp>
    <dsp:sp modelId="{D35EF6A0-596F-4306-89B3-BEDD3A75CE59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扣款建倉 </a:t>
          </a:r>
        </a:p>
      </dsp:txBody>
      <dsp:txXfrm>
        <a:off x="2974584" y="3045465"/>
        <a:ext cx="2174490" cy="1304694"/>
      </dsp:txXfrm>
    </dsp:sp>
    <dsp:sp modelId="{68880FE8-D6BB-40E8-B8E7-CA4791CD58CA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股價變動後「賣出」 </a:t>
          </a:r>
        </a:p>
      </dsp:txBody>
      <dsp:txXfrm>
        <a:off x="5366524" y="3045465"/>
        <a:ext cx="2174490" cy="1304694"/>
      </dsp:txXfrm>
    </dsp:sp>
    <dsp:sp modelId="{2A6154CE-83DE-4393-B96F-240150177BC7}">
      <dsp:nvSpPr>
        <dsp:cNvPr id="0" name=""/>
        <dsp:cNvSpPr/>
      </dsp:nvSpPr>
      <dsp:spPr>
        <a:xfrm>
          <a:off x="775846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結算損益</a:t>
          </a:r>
        </a:p>
      </dsp:txBody>
      <dsp:txXfrm>
        <a:off x="7758464" y="3045465"/>
        <a:ext cx="2174490" cy="13046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7415D-27E6-47C0-A377-E8E5AB451DF5}">
      <dsp:nvSpPr>
        <dsp:cNvPr id="0" name=""/>
        <dsp:cNvSpPr/>
      </dsp:nvSpPr>
      <dsp:spPr>
        <a:xfrm>
          <a:off x="0" y="21471"/>
          <a:ext cx="7559504" cy="20270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為何用 202 + callback：慢任務不阻塞 Dispatcher，先收下、背景做、做完回報</a:t>
          </a:r>
          <a:endParaRPr lang="en-US" sz="2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98951" y="120422"/>
        <a:ext cx="7361602" cy="1829123"/>
      </dsp:txXfrm>
    </dsp:sp>
    <dsp:sp modelId="{FC365669-1F4A-46BC-8F2F-2CFC03596515}">
      <dsp:nvSpPr>
        <dsp:cNvPr id="0" name=""/>
        <dsp:cNvSpPr/>
      </dsp:nvSpPr>
      <dsp:spPr>
        <a:xfrm>
          <a:off x="0" y="2129136"/>
          <a:ext cx="7559504" cy="2027025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一鍵問三位（fanout）：一次建 3 筆共用 group_id，並排比較人設差異</a:t>
          </a:r>
          <a:endParaRPr lang="en-US" sz="2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98951" y="2228087"/>
        <a:ext cx="7361602" cy="1829123"/>
      </dsp:txXfrm>
    </dsp:sp>
    <dsp:sp modelId="{0E7F5189-8DCD-4C10-8A92-900CBA4A0042}">
      <dsp:nvSpPr>
        <dsp:cNvPr id="0" name=""/>
        <dsp:cNvSpPr/>
      </dsp:nvSpPr>
      <dsp:spPr>
        <a:xfrm>
          <a:off x="0" y="4236801"/>
          <a:ext cx="7559504" cy="202702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Job 狀態機（小圖）：QUEUED → RUNNING → RESPONDED → ACCEPTED / REJECTED / EXPIRED</a:t>
          </a:r>
          <a:endParaRPr lang="en-US" sz="28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98951" y="4335752"/>
        <a:ext cx="7361602" cy="18291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53ABC-0793-4141-906C-3B77036CF522}">
      <dsp:nvSpPr>
        <dsp:cNvPr id="0" name=""/>
        <dsp:cNvSpPr/>
      </dsp:nvSpPr>
      <dsp:spPr>
        <a:xfrm>
          <a:off x="0" y="0"/>
          <a:ext cx="5371795" cy="9467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0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防線一</a:t>
          </a:r>
          <a:r>
            <a:rPr lang="zh-TW" altLang="en-US" sz="20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  </a:t>
          </a:r>
          <a:r>
            <a:rPr lang="zh-TW" sz="20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Ollama format=json：從源頭強制合法 JSON</a:t>
          </a:r>
          <a:endParaRPr lang="en-US" sz="2000" kern="12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sp:txBody>
      <dsp:txXfrm>
        <a:off x="27730" y="27730"/>
        <a:ext cx="4270162" cy="891302"/>
      </dsp:txXfrm>
    </dsp:sp>
    <dsp:sp modelId="{068A7D6D-A2D5-4182-95FA-82D070EE098D}">
      <dsp:nvSpPr>
        <dsp:cNvPr id="0" name=""/>
        <dsp:cNvSpPr/>
      </dsp:nvSpPr>
      <dsp:spPr>
        <a:xfrm>
          <a:off x="449887" y="1118900"/>
          <a:ext cx="5371795" cy="946762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防線二</a:t>
          </a:r>
          <a:r>
            <a:rPr lang="zh-TW" altLang="en-US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</a:t>
          </a: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Few-shot 範例 + 限 analysis 30 字：避免 token 被分析文字吃光</a:t>
          </a:r>
          <a:endParaRPr lang="en-US" sz="1600" kern="12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sp:txBody>
      <dsp:txXfrm>
        <a:off x="477617" y="1146630"/>
        <a:ext cx="4251051" cy="891302"/>
      </dsp:txXfrm>
    </dsp:sp>
    <dsp:sp modelId="{379F1AB9-C190-4BF2-ADAE-EEB542DE2967}">
      <dsp:nvSpPr>
        <dsp:cNvPr id="0" name=""/>
        <dsp:cNvSpPr/>
      </dsp:nvSpPr>
      <dsp:spPr>
        <a:xfrm>
          <a:off x="893060" y="2237801"/>
          <a:ext cx="5371795" cy="946762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防線三</a:t>
          </a:r>
          <a:r>
            <a:rPr lang="zh-TW" altLang="en-US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  </a:t>
          </a: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parser 四層 fallback：json 圍欄 → 裸 JSON → regex 撈取 → 從分析文字反推股票</a:t>
          </a:r>
          <a:endParaRPr lang="en-US" sz="1600" kern="12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sp:txBody>
      <dsp:txXfrm>
        <a:off x="920790" y="2265531"/>
        <a:ext cx="4257766" cy="891302"/>
      </dsp:txXfrm>
    </dsp:sp>
    <dsp:sp modelId="{B8BDFEF6-ABCF-4E50-A901-52BF5AE89DF7}">
      <dsp:nvSpPr>
        <dsp:cNvPr id="0" name=""/>
        <dsp:cNvSpPr/>
      </dsp:nvSpPr>
      <dsp:spPr>
        <a:xfrm>
          <a:off x="1342948" y="3356702"/>
          <a:ext cx="5371795" cy="946762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封閉知識庫 RAG：8 支</a:t>
          </a:r>
          <a:r>
            <a:rPr lang="zh-TW" sz="1600" b="1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虛構</a:t>
          </a:r>
          <a:r>
            <a:rPr lang="zh-TW" sz="1600" kern="1200"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rPr>
            <a:t>股票全塞進 prompt</a:t>
          </a:r>
          <a:endParaRPr lang="en-US" sz="1600" kern="1200">
            <a:latin typeface="Microsoft JhengHei UI" panose="020B0604030504040204" pitchFamily="34" charset="-120"/>
            <a:ea typeface="Microsoft JhengHei UI" panose="020B0604030504040204" pitchFamily="34" charset="-120"/>
            <a:cs typeface="+mn-cs"/>
          </a:endParaRPr>
        </a:p>
      </dsp:txBody>
      <dsp:txXfrm>
        <a:off x="1370678" y="3384432"/>
        <a:ext cx="4251051" cy="891302"/>
      </dsp:txXfrm>
    </dsp:sp>
    <dsp:sp modelId="{3F7C6549-885D-479B-BFAB-9A2F81C147CD}">
      <dsp:nvSpPr>
        <dsp:cNvPr id="0" name=""/>
        <dsp:cNvSpPr/>
      </dsp:nvSpPr>
      <dsp:spPr>
        <a:xfrm>
          <a:off x="4756399" y="725133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894863" y="725133"/>
        <a:ext cx="338467" cy="463085"/>
      </dsp:txXfrm>
    </dsp:sp>
    <dsp:sp modelId="{95F1F16C-33EA-4C88-8874-F96973B6D411}">
      <dsp:nvSpPr>
        <dsp:cNvPr id="0" name=""/>
        <dsp:cNvSpPr/>
      </dsp:nvSpPr>
      <dsp:spPr>
        <a:xfrm>
          <a:off x="5206287" y="1844034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344751" y="1844034"/>
        <a:ext cx="338467" cy="463085"/>
      </dsp:txXfrm>
    </dsp:sp>
    <dsp:sp modelId="{49FF4F97-36BF-4583-9506-7673FD400AD6}">
      <dsp:nvSpPr>
        <dsp:cNvPr id="0" name=""/>
        <dsp:cNvSpPr/>
      </dsp:nvSpPr>
      <dsp:spPr>
        <a:xfrm>
          <a:off x="5649460" y="2962935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787924" y="2962935"/>
        <a:ext cx="338467" cy="4630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856C4-BFEF-4DF2-A1E4-730218272A72}">
      <dsp:nvSpPr>
        <dsp:cNvPr id="0" name=""/>
        <dsp:cNvSpPr/>
      </dsp:nvSpPr>
      <dsp:spPr>
        <a:xfrm>
          <a:off x="1333" y="283965"/>
          <a:ext cx="5202457" cy="3121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顧問好壞 = 真金白銀的投資報酬，不是主觀感受</a:t>
          </a:r>
          <a:endParaRPr lang="en-US" sz="20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333" y="283965"/>
        <a:ext cx="5202457" cy="3121474"/>
      </dsp:txXfrm>
    </dsp:sp>
    <dsp:sp modelId="{45E9AB42-5722-4193-8498-1B707EFE0F26}">
      <dsp:nvSpPr>
        <dsp:cNvPr id="0" name=""/>
        <dsp:cNvSpPr/>
      </dsp:nvSpPr>
      <dsp:spPr>
        <a:xfrm>
          <a:off x="5725371" y="289708"/>
          <a:ext cx="5202457" cy="31214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7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排行榜指標：已實現未實現損益、勝率、格式遵循率、採納率、平均回應時間</a:t>
          </a:r>
          <a:endParaRPr lang="en-US" sz="37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725371" y="289708"/>
        <a:ext cx="5202457" cy="31214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9F928-617B-458F-9F8C-E31585624017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真實 HTTP 通訊取代共享檔案複製</a:t>
          </a:r>
          <a:endParaRPr lang="en-US" sz="24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0" y="39687"/>
        <a:ext cx="3286125" cy="1971675"/>
      </dsp:txXfrm>
    </dsp:sp>
    <dsp:sp modelId="{14A00C19-E251-4C30-A310-8709003F66A0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明確的 Job 狀態機</a:t>
          </a:r>
          <a:r>
            <a:rPr lang="zh-TW" sz="3000" b="1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含採納循環</a:t>
          </a:r>
          <a:endParaRPr lang="en-US" sz="3000" b="1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3614737" y="39687"/>
        <a:ext cx="3286125" cy="1971675"/>
      </dsp:txXfrm>
    </dsp:sp>
    <dsp:sp modelId="{B433EDBB-C331-4255-B635-0DC3B0EB9280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三背景執行緒並行設計</a:t>
          </a:r>
          <a:endParaRPr lang="en-US" sz="30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7229475" y="39687"/>
        <a:ext cx="3286125" cy="1971675"/>
      </dsp:txXfrm>
    </dsp:sp>
    <dsp:sp modelId="{D1C80CDD-96EC-47DE-8EFB-72ED0FDE452D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多模型異質推論同一 Manager 統一調度</a:t>
          </a:r>
          <a:endParaRPr lang="en-US" sz="30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1807368" y="2339975"/>
        <a:ext cx="3286125" cy="1971675"/>
      </dsp:txXfrm>
    </dsp:sp>
    <dsp:sp modelId="{45B1C190-8BAE-4DCC-82C6-0356E05B7CAF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0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資源感知派工 + 故障自動轉移 + retry</a:t>
          </a:r>
          <a:endParaRPr lang="en-US" sz="3000" kern="1200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B7E40-F90D-C0A8-767C-E84495119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74F732-F9A7-4772-AB7E-AA86A4D9C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9C264A-158E-8A2E-3F3E-938EB9EC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B44CFC-41BA-2893-3299-AA7694BF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98977A-F93B-FE07-319F-AC6C8D91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64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8B4C6-13C4-890C-421B-F9CA6E67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3D0445-107A-3D73-4F77-B47FC24DF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37B65B-5E86-E675-B646-ED6CCDF9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B4494F-DD99-5B35-2B2A-2CE053F4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B443DE-EF6E-194B-8F16-BC371B18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60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ACBB5-765F-C332-0AED-96B27DD5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677E40-21E4-FB3F-20A6-EBB64E70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4930B6-D227-FB9B-22C2-56FC837B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92E262-2F09-4DFB-E936-424BB84B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D201BC-8CA6-E44B-F763-67FFD95A2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47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A23E8B-6E37-41BE-578D-4E6254F2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B9390E-736D-5562-6BD8-8EED96672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C98A1E-9AB6-A483-315D-509834B55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26C56F-34E2-5D13-5297-BD5C695B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6DD979-E6D9-6875-3707-4B0EC0D5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FA29F2-C55C-6981-4F32-78B6CF69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02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5E417F-E662-178F-E224-23307688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649362-1EF7-6823-B353-78341EE3A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FC746C-7D9D-4C8A-C9F6-53F6FA83E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DF5EE6-F769-4C22-7074-AE3581378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05C5A8-07E7-01AC-C5E5-C1B58AA3C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EEC0228-76C6-0D1D-938A-FE033FB3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2D061D5-35BA-69D8-60F0-E806DD8A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DD6B7BD-84C6-6135-C99B-B90813BB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358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92ED32-7B13-B4B4-43EF-AA3192E7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DD1FA8B-3361-4D12-42C2-76C2865E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015695-6E75-BCCB-C4B0-7A5FA111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BACD9E-6D28-259A-89D3-35DF7E3C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24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6E01A2A-0770-C2F0-2F71-3B4856BD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B4CB81-807C-F7D7-3957-7E6F9CE7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CFCF2-ADB3-81D5-78DE-891DEF5E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43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B8A27A-4702-9783-3193-59F34BED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936EE2-7181-9540-616C-000398577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384EDD0-AB15-F059-6548-610F43365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E3A461-28B7-E1DA-6EE5-E95338DA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B716F3-CD88-4A46-9A44-7130CB92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EFCA4B-B672-C78F-1100-7D2B8F03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1753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919A37-C8FE-2067-D006-01D15221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1A8623-73B1-5297-BA5A-3274C90EA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FBC9EB8-2225-E7E9-C11B-D0A9B0544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462CA5-6E27-BE19-A916-6A3C51E1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A13035-DC0C-67C4-AD1D-0AD01CE7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73490B-8C91-9B31-481D-3FC46FC4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716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01F808-DABE-4399-1B5D-4B41DB03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6307D0B-6E97-4C9C-6AC7-CB616ABDA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FE5DC2-1B68-9E69-5DB5-89102C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06614-B458-20C2-E6FF-BC836F39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A24538-A2D6-78E6-0D68-F9BED393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83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AD0B61-89A8-85F6-7E6D-E1CA7028D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9173DD-46D8-D5BF-A3EB-59429F890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3A12AA-F717-D3CD-1594-2A0144B3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108C92-C621-1D05-7ACD-98B21267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B8D832-B32F-BD5C-6017-FB3E137B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11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93EBE2F-F6D0-67A8-1DDD-C03567C7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70748E-4289-68DA-540D-A7CADE271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4C65A4-2022-D912-231C-A62926473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C8EC9-18EF-42BA-BEA3-EE60378E7888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5EC543-9739-7FDB-8DFC-D381BB3CA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08495F-F993-A9DF-56B2-324F820A5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A1E30-9BDB-412A-B759-7B438EFA20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8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fhHnBhGtCYA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68AB478-285F-4615-9E35-3902AED7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分散式 AI 理財顧問系統</a:t>
            </a:r>
            <a:endParaRPr 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7370B1B-05BC-AECF-AF12-EE426C16F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B1228012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游承叡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B1228025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羅立安</a:t>
            </a:r>
            <a:b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</a:b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B1228026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cs typeface="+mn-lt"/>
              </a:rPr>
              <a:t>蔡智翔</a:t>
            </a:r>
            <a:endParaRPr 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765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684847-5C6B-76E7-49EA-4E82123079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605"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6F37D07-ECF1-8406-7EAC-CB95664D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222"/>
            <a:ext cx="10515600" cy="1690688"/>
          </a:xfrm>
        </p:spPr>
        <p:txBody>
          <a:bodyPr>
            <a:normAutofit/>
          </a:bodyPr>
          <a:lstStyle/>
          <a:p>
            <a:r>
              <a:rPr lang="zh-TW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三位風格迥異的顧問給投資建議</a:t>
            </a:r>
            <a:endParaRPr lang="zh-TW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EC71F9BD-C28F-5FB9-3D55-DA36BD2AE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414008"/>
              </p:ext>
            </p:extLst>
          </p:nvPr>
        </p:nvGraphicFramePr>
        <p:xfrm>
          <a:off x="797943" y="222244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9336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B54A3C9-FF12-2598-4F2F-F75313B2F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zh-TW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系統架構：四個容器</a:t>
            </a:r>
            <a:endParaRPr lang="zh-TW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200A3-C18B-E98B-82DF-2E4E09E16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/>
          </a:p>
          <a:p>
            <a:endParaRPr lang="zh-TW"/>
          </a:p>
          <a:p>
            <a:endParaRPr lang="zh-TW" altLang="en-US">
              <a:ea typeface="新細明體"/>
            </a:endParaRPr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541ABEA1-E196-4313-510B-025D9F1E4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0974428"/>
              </p:ext>
            </p:extLst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825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19453CF-090E-0E4A-B6BD-7B2F76730F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5507" r="-2" b="101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6E8262-2F8C-2616-565B-5AA15D48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設計理念</a:t>
            </a:r>
            <a:endParaRPr 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23" name="內容版面配置區 2">
            <a:extLst>
              <a:ext uri="{FF2B5EF4-FFF2-40B4-BE49-F238E27FC236}">
                <a16:creationId xmlns:a16="http://schemas.microsoft.com/office/drawing/2014/main" id="{B8EF3A55-07CF-0A3E-ABD9-03211D4DE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5082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473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CC234D4-B94B-BE37-43AF-363D44B662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04" r="9085" b="89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5D01C73-1641-77AA-DB0C-697E9DDE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系統核心：三條並行背景執行緒</a:t>
            </a:r>
            <a:endParaRPr lang="en-US" alt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366D771-F0BA-B90C-8D8E-5279B28D4E01}"/>
              </a:ext>
            </a:extLst>
          </p:cNvPr>
          <p:cNvSpPr txBox="1"/>
          <p:nvPr/>
        </p:nvSpPr>
        <p:spPr>
          <a:xfrm>
            <a:off x="2075385" y="6334924"/>
            <a:ext cx="86678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zh-TW" sz="280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三者同時讀寫 jobs.json 與記憶體中的 workers_state</a:t>
            </a:r>
            <a:endParaRPr 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8F285B36-B2A7-DC8B-06BC-FA7AE74833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8119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479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6355AB3D-EFBD-C954-FFBB-0EDED2DE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zh-TW" sz="4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容錯：當機偵測 + 工作自動重分配</a:t>
            </a:r>
            <a:endParaRPr lang="zh-TW" sz="4800">
              <a:solidFill>
                <a:schemeClr val="bg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EAA3CF68-E6AF-2FB1-B169-593842DF8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92047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504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9C4011-B4A7-35D4-558D-8DFEFBD7E0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881" r="9085" b="139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0641B4-9196-5B92-5006-6C9DAC31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TW"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一個請求的完整生命週期</a:t>
            </a:r>
            <a:endParaRPr lang="zh-TW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BC3C58BE-3FDE-869D-3255-6F89582D38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5799505"/>
              </p:ext>
            </p:extLst>
          </p:nvPr>
        </p:nvGraphicFramePr>
        <p:xfrm>
          <a:off x="608161" y="205580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490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718BE559-C68C-93BE-37AD-8CDE13BB8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977120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132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5B6C694-A8E4-1DE4-D3B0-85D75B03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zh-TW" sz="4000"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讓小模型穩定輸出：三道防線 + 封閉 RAG</a:t>
            </a:r>
            <a:endParaRPr lang="zh-TW" sz="400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E7A229-8888-668C-231C-A99C135A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77" r="18819" b="-3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5079DF20-C322-6012-7999-C84BFD27B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101039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837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5362D4B-F068-2FF2-84ED-C664BD56C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zh-TW" sz="40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可量化的 LLM 評估與技術亮點</a:t>
            </a:r>
            <a:endParaRPr lang="zh-TW" sz="4000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F5B77C8A-19C5-25FB-7FD6-4A6415159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4097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761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0795F5-615C-1AB3-2905-9D1E2E6FF1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9042" r="-2" b="113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40AD395-DEDF-BE2F-B0E7-2A8BCEE4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TW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lt"/>
              </a:rPr>
              <a:t>技術深度一覽</a:t>
            </a:r>
            <a:endParaRPr lang="zh-TW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E3E0B575-D952-C1D6-228C-F7A589A70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0309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7423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821D0B0-667C-0FF1-0741-6EDCC3B3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zh-TW" sz="6000" kern="12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DEMO</a:t>
            </a:r>
          </a:p>
          <a:p>
            <a:pPr algn="r"/>
            <a:endParaRPr lang="en-US" altLang="zh-TW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A6CC4B-B1B0-3C69-133B-22403891BEDC}"/>
              </a:ext>
            </a:extLst>
          </p:cNvPr>
          <p:cNvSpPr txBox="1"/>
          <p:nvPr/>
        </p:nvSpPr>
        <p:spPr>
          <a:xfrm>
            <a:off x="6503158" y="599349"/>
            <a:ext cx="5684604" cy="55961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286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>
                <a:latin typeface="Arial"/>
                <a:ea typeface="新細明體"/>
                <a:cs typeface="Arial"/>
                <a:hlinkClick r:id="rId2"/>
              </a:rPr>
              <a:t>分散式 </a:t>
            </a:r>
            <a:r>
              <a:rPr lang="en-US">
                <a:latin typeface="Arial"/>
                <a:cs typeface="Arial"/>
                <a:hlinkClick r:id="rId2"/>
              </a:rPr>
              <a:t>AI </a:t>
            </a:r>
            <a:r>
              <a:rPr lang="zh-TW">
                <a:latin typeface="Arial"/>
                <a:ea typeface="新細明體"/>
                <a:cs typeface="Arial"/>
                <a:hlinkClick r:id="rId2"/>
              </a:rPr>
              <a:t>理財顧問系統</a:t>
            </a:r>
            <a:r>
              <a:rPr lang="en-US">
                <a:latin typeface="Arial"/>
                <a:cs typeface="Arial"/>
                <a:hlinkClick r:id="rId2"/>
              </a:rPr>
              <a:t>(08:40)</a:t>
            </a:r>
            <a:r>
              <a:rPr lang="en-US">
                <a:latin typeface="Arial"/>
                <a:cs typeface="Arial"/>
              </a:rPr>
              <a:t>​​</a:t>
            </a:r>
            <a:endParaRPr lang="zh-TW" altLang="en-US">
              <a:latin typeface="Arial"/>
              <a:cs typeface="Arial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008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8183182-3803-40e5-949c-e92a961ffe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96B87B74672F418DC24C311CAF419A" ma:contentTypeVersion="14" ma:contentTypeDescription="Create a new document." ma:contentTypeScope="" ma:versionID="ec643e6b6ea8c5accba8ac2ce813d608">
  <xsd:schema xmlns:xsd="http://www.w3.org/2001/XMLSchema" xmlns:xs="http://www.w3.org/2001/XMLSchema" xmlns:p="http://schemas.microsoft.com/office/2006/metadata/properties" xmlns:ns3="18183182-3803-40e5-949c-e92a961ffec2" xmlns:ns4="9428922d-db07-410e-b864-5e237f99dceb" targetNamespace="http://schemas.microsoft.com/office/2006/metadata/properties" ma:root="true" ma:fieldsID="d3f0aaee023e1728b54c2639cbab2385" ns3:_="" ns4:_="">
    <xsd:import namespace="18183182-3803-40e5-949c-e92a961ffec2"/>
    <xsd:import namespace="9428922d-db07-410e-b864-5e237f99dc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183182-3803-40e5-949c-e92a961ffe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8922d-db07-410e-b864-5e237f99dc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2E4A34-33DE-4F1F-9C32-72EBA22DE573}">
  <ds:schemaRefs>
    <ds:schemaRef ds:uri="18183182-3803-40e5-949c-e92a961ffec2"/>
    <ds:schemaRef ds:uri="9428922d-db07-410e-b864-5e237f99dc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4EB0B8C-0F64-4F7A-A0F8-C1458BAEAF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04D71D-E6BD-4AE8-940B-CE5A74749A1E}">
  <ds:schemaRefs>
    <ds:schemaRef ds:uri="18183182-3803-40e5-949c-e92a961ffec2"/>
    <ds:schemaRef ds:uri="9428922d-db07-410e-b864-5e237f99dc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佈景主題</vt:lpstr>
      <vt:lpstr>分散式 AI 理財顧問系統</vt:lpstr>
      <vt:lpstr>三位風格迥異的顧問給投資建議</vt:lpstr>
      <vt:lpstr>系統架構：四個容器</vt:lpstr>
      <vt:lpstr>設計理念</vt:lpstr>
      <vt:lpstr>系統核心：三條並行背景執行緒</vt:lpstr>
      <vt:lpstr>容錯：當機偵測 + 工作自動重分配</vt:lpstr>
      <vt:lpstr>一個請求的完整生命週期</vt:lpstr>
      <vt:lpstr>PowerPoint Presentation</vt:lpstr>
      <vt:lpstr>讓小模型穩定輸出：三道防線 + 封閉 RAG</vt:lpstr>
      <vt:lpstr>可量化的 LLM 評估與技術亮點</vt:lpstr>
      <vt:lpstr>技術深度一覽</vt:lpstr>
      <vt:lpstr>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游承叡</dc:creator>
  <cp:revision>1</cp:revision>
  <dcterms:created xsi:type="dcterms:W3CDTF">2026-06-09T13:11:40Z</dcterms:created>
  <dcterms:modified xsi:type="dcterms:W3CDTF">2026-06-09T17:07:55Z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0x0101002696B87B74672F418DC24C311CAF419A</vt:lpwstr>
  </property>
</Properties>
</file>